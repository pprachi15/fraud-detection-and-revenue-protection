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60" r:id="rId5"/>
    <p:sldId id="261" r:id="rId6"/>
    <p:sldId id="267" r:id="rId7"/>
    <p:sldId id="268" r:id="rId8"/>
    <p:sldId id="262" r:id="rId9"/>
    <p:sldId id="263" r:id="rId10"/>
    <p:sldId id="264" r:id="rId11"/>
    <p:sldId id="265" r:id="rId12"/>
    <p:sldId id="266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2B48"/>
    <a:srgbClr val="7C8EAE"/>
    <a:srgbClr val="748CAB"/>
    <a:srgbClr val="E4E5E8"/>
    <a:srgbClr val="AFBC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B4063E-0E1B-3B41-9F92-8DF6CCC1BD51}" v="30" dt="2025-12-04T09:47:43.6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716"/>
  </p:normalViewPr>
  <p:slideViewPr>
    <p:cSldViewPr snapToGrid="0">
      <p:cViewPr varScale="1">
        <p:scale>
          <a:sx n="126" d="100"/>
          <a:sy n="126" d="100"/>
        </p:scale>
        <p:origin x="23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shisht, Eva" userId="c9381ce1-2d89-4a60-8469-3dd6821be91d" providerId="ADAL" clId="{4DBA5F2F-EE27-521D-BE3F-55C33E530F5C}"/>
    <pc:docChg chg="undo custSel addSld delSld modSld sldOrd">
      <pc:chgData name="Vashisht, Eva" userId="c9381ce1-2d89-4a60-8469-3dd6821be91d" providerId="ADAL" clId="{4DBA5F2F-EE27-521D-BE3F-55C33E530F5C}" dt="2025-12-04T09:54:36.425" v="958" actId="1076"/>
      <pc:docMkLst>
        <pc:docMk/>
      </pc:docMkLst>
      <pc:sldChg chg="addSp delSp modSp mod">
        <pc:chgData name="Vashisht, Eva" userId="c9381ce1-2d89-4a60-8469-3dd6821be91d" providerId="ADAL" clId="{4DBA5F2F-EE27-521D-BE3F-55C33E530F5C}" dt="2025-12-04T08:55:59.175" v="486" actId="14100"/>
        <pc:sldMkLst>
          <pc:docMk/>
          <pc:sldMk cId="3106593494" sldId="257"/>
        </pc:sldMkLst>
        <pc:spChg chg="mod">
          <ac:chgData name="Vashisht, Eva" userId="c9381ce1-2d89-4a60-8469-3dd6821be91d" providerId="ADAL" clId="{4DBA5F2F-EE27-521D-BE3F-55C33E530F5C}" dt="2025-12-04T08:53:25.577" v="468" actId="20577"/>
          <ac:spMkLst>
            <pc:docMk/>
            <pc:sldMk cId="3106593494" sldId="257"/>
            <ac:spMk id="8" creationId="{8EB1ED11-F027-055B-4D14-EA514D263056}"/>
          </ac:spMkLst>
        </pc:spChg>
        <pc:spChg chg="add del mod">
          <ac:chgData name="Vashisht, Eva" userId="c9381ce1-2d89-4a60-8469-3dd6821be91d" providerId="ADAL" clId="{4DBA5F2F-EE27-521D-BE3F-55C33E530F5C}" dt="2025-12-04T08:53:27.623" v="470"/>
          <ac:spMkLst>
            <pc:docMk/>
            <pc:sldMk cId="3106593494" sldId="257"/>
            <ac:spMk id="11" creationId="{74F03FAB-32E1-E53C-443B-D246DAAB7086}"/>
          </ac:spMkLst>
        </pc:spChg>
        <pc:graphicFrameChg chg="mod modGraphic">
          <ac:chgData name="Vashisht, Eva" userId="c9381ce1-2d89-4a60-8469-3dd6821be91d" providerId="ADAL" clId="{4DBA5F2F-EE27-521D-BE3F-55C33E530F5C}" dt="2025-12-04T08:55:59.175" v="486" actId="14100"/>
          <ac:graphicFrameMkLst>
            <pc:docMk/>
            <pc:sldMk cId="3106593494" sldId="257"/>
            <ac:graphicFrameMk id="2" creationId="{1DC9AF93-6F56-B376-E0CF-8C7EB8BF1E3D}"/>
          </ac:graphicFrameMkLst>
        </pc:graphicFrameChg>
      </pc:sldChg>
      <pc:sldChg chg="del">
        <pc:chgData name="Vashisht, Eva" userId="c9381ce1-2d89-4a60-8469-3dd6821be91d" providerId="ADAL" clId="{4DBA5F2F-EE27-521D-BE3F-55C33E530F5C}" dt="2025-12-04T08:53:31.202" v="471" actId="2696"/>
        <pc:sldMkLst>
          <pc:docMk/>
          <pc:sldMk cId="3659481771" sldId="258"/>
        </pc:sldMkLst>
      </pc:sldChg>
      <pc:sldChg chg="modSp mod">
        <pc:chgData name="Vashisht, Eva" userId="c9381ce1-2d89-4a60-8469-3dd6821be91d" providerId="ADAL" clId="{4DBA5F2F-EE27-521D-BE3F-55C33E530F5C}" dt="2025-12-04T09:20:58.114" v="828" actId="1076"/>
        <pc:sldMkLst>
          <pc:docMk/>
          <pc:sldMk cId="2098406519" sldId="259"/>
        </pc:sldMkLst>
        <pc:spChg chg="mod">
          <ac:chgData name="Vashisht, Eva" userId="c9381ce1-2d89-4a60-8469-3dd6821be91d" providerId="ADAL" clId="{4DBA5F2F-EE27-521D-BE3F-55C33E530F5C}" dt="2025-12-04T08:47:27.611" v="12" actId="20577"/>
          <ac:spMkLst>
            <pc:docMk/>
            <pc:sldMk cId="2098406519" sldId="259"/>
            <ac:spMk id="8" creationId="{154A8234-886E-EC4C-9498-F12606A6EDA5}"/>
          </ac:spMkLst>
        </pc:spChg>
        <pc:spChg chg="mod">
          <ac:chgData name="Vashisht, Eva" userId="c9381ce1-2d89-4a60-8469-3dd6821be91d" providerId="ADAL" clId="{4DBA5F2F-EE27-521D-BE3F-55C33E530F5C}" dt="2025-12-04T09:20:58.114" v="828" actId="1076"/>
          <ac:spMkLst>
            <pc:docMk/>
            <pc:sldMk cId="2098406519" sldId="259"/>
            <ac:spMk id="12" creationId="{35796AC8-88B8-2BA2-9E5B-703AC00A5BE9}"/>
          </ac:spMkLst>
        </pc:spChg>
        <pc:spChg chg="mod">
          <ac:chgData name="Vashisht, Eva" userId="c9381ce1-2d89-4a60-8469-3dd6821be91d" providerId="ADAL" clId="{4DBA5F2F-EE27-521D-BE3F-55C33E530F5C}" dt="2025-12-04T09:20:51.829" v="827" actId="1076"/>
          <ac:spMkLst>
            <pc:docMk/>
            <pc:sldMk cId="2098406519" sldId="259"/>
            <ac:spMk id="18" creationId="{99EBF34B-9986-7722-106D-2BAEB8C4A7A7}"/>
          </ac:spMkLst>
        </pc:spChg>
      </pc:sldChg>
      <pc:sldChg chg="modSp mod">
        <pc:chgData name="Vashisht, Eva" userId="c9381ce1-2d89-4a60-8469-3dd6821be91d" providerId="ADAL" clId="{4DBA5F2F-EE27-521D-BE3F-55C33E530F5C}" dt="2025-12-04T09:54:29.228" v="957" actId="1076"/>
        <pc:sldMkLst>
          <pc:docMk/>
          <pc:sldMk cId="2179119393" sldId="260"/>
        </pc:sldMkLst>
        <pc:spChg chg="mod">
          <ac:chgData name="Vashisht, Eva" userId="c9381ce1-2d89-4a60-8469-3dd6821be91d" providerId="ADAL" clId="{4DBA5F2F-EE27-521D-BE3F-55C33E530F5C}" dt="2025-12-04T09:54:29.228" v="957" actId="1076"/>
          <ac:spMkLst>
            <pc:docMk/>
            <pc:sldMk cId="2179119393" sldId="260"/>
            <ac:spMk id="5" creationId="{D75524C6-2BE4-205B-AAF4-F4F836C1B586}"/>
          </ac:spMkLst>
        </pc:spChg>
        <pc:spChg chg="mod">
          <ac:chgData name="Vashisht, Eva" userId="c9381ce1-2d89-4a60-8469-3dd6821be91d" providerId="ADAL" clId="{4DBA5F2F-EE27-521D-BE3F-55C33E530F5C}" dt="2025-12-04T08:47:50.739" v="37" actId="20577"/>
          <ac:spMkLst>
            <pc:docMk/>
            <pc:sldMk cId="2179119393" sldId="260"/>
            <ac:spMk id="8" creationId="{92C3ABB9-6825-126B-52FC-7C351C166DFA}"/>
          </ac:spMkLst>
        </pc:spChg>
        <pc:picChg chg="mod">
          <ac:chgData name="Vashisht, Eva" userId="c9381ce1-2d89-4a60-8469-3dd6821be91d" providerId="ADAL" clId="{4DBA5F2F-EE27-521D-BE3F-55C33E530F5C}" dt="2025-12-04T09:32:55.782" v="838" actId="1076"/>
          <ac:picMkLst>
            <pc:docMk/>
            <pc:sldMk cId="2179119393" sldId="260"/>
            <ac:picMk id="11" creationId="{7874CAC8-ED32-A94F-139F-AC0859B6ADC9}"/>
          </ac:picMkLst>
        </pc:picChg>
      </pc:sldChg>
      <pc:sldChg chg="modSp mod">
        <pc:chgData name="Vashisht, Eva" userId="c9381ce1-2d89-4a60-8469-3dd6821be91d" providerId="ADAL" clId="{4DBA5F2F-EE27-521D-BE3F-55C33E530F5C}" dt="2025-12-04T09:21:49.070" v="831" actId="1076"/>
        <pc:sldMkLst>
          <pc:docMk/>
          <pc:sldMk cId="1403142011" sldId="261"/>
        </pc:sldMkLst>
        <pc:spChg chg="mod">
          <ac:chgData name="Vashisht, Eva" userId="c9381ce1-2d89-4a60-8469-3dd6821be91d" providerId="ADAL" clId="{4DBA5F2F-EE27-521D-BE3F-55C33E530F5C}" dt="2025-12-04T09:21:45.436" v="830" actId="1076"/>
          <ac:spMkLst>
            <pc:docMk/>
            <pc:sldMk cId="1403142011" sldId="261"/>
            <ac:spMk id="5" creationId="{92CAE475-1C54-B264-57D0-79E7B88651A9}"/>
          </ac:spMkLst>
        </pc:spChg>
        <pc:picChg chg="mod">
          <ac:chgData name="Vashisht, Eva" userId="c9381ce1-2d89-4a60-8469-3dd6821be91d" providerId="ADAL" clId="{4DBA5F2F-EE27-521D-BE3F-55C33E530F5C}" dt="2025-12-04T09:21:49.070" v="831" actId="1076"/>
          <ac:picMkLst>
            <pc:docMk/>
            <pc:sldMk cId="1403142011" sldId="261"/>
            <ac:picMk id="2" creationId="{12BF6D2D-352A-5233-CCB0-36434D6A7322}"/>
          </ac:picMkLst>
        </pc:picChg>
      </pc:sldChg>
      <pc:sldChg chg="addSp modSp mod">
        <pc:chgData name="Vashisht, Eva" userId="c9381ce1-2d89-4a60-8469-3dd6821be91d" providerId="ADAL" clId="{4DBA5F2F-EE27-521D-BE3F-55C33E530F5C}" dt="2025-12-04T09:22:30.137" v="836" actId="14100"/>
        <pc:sldMkLst>
          <pc:docMk/>
          <pc:sldMk cId="3054992986" sldId="262"/>
        </pc:sldMkLst>
        <pc:spChg chg="mod">
          <ac:chgData name="Vashisht, Eva" userId="c9381ce1-2d89-4a60-8469-3dd6821be91d" providerId="ADAL" clId="{4DBA5F2F-EE27-521D-BE3F-55C33E530F5C}" dt="2025-12-04T09:04:52.273" v="546" actId="1076"/>
          <ac:spMkLst>
            <pc:docMk/>
            <pc:sldMk cId="3054992986" sldId="262"/>
            <ac:spMk id="5" creationId="{EEFD30C9-5306-9D8C-1C87-E0B610AF63D4}"/>
          </ac:spMkLst>
        </pc:spChg>
        <pc:spChg chg="mod">
          <ac:chgData name="Vashisht, Eva" userId="c9381ce1-2d89-4a60-8469-3dd6821be91d" providerId="ADAL" clId="{4DBA5F2F-EE27-521D-BE3F-55C33E530F5C}" dt="2025-12-04T08:57:28.097" v="536" actId="14100"/>
          <ac:spMkLst>
            <pc:docMk/>
            <pc:sldMk cId="3054992986" sldId="262"/>
            <ac:spMk id="8" creationId="{F516079B-10A6-6A19-F198-94A577510E79}"/>
          </ac:spMkLst>
        </pc:spChg>
        <pc:spChg chg="add mod">
          <ac:chgData name="Vashisht, Eva" userId="c9381ce1-2d89-4a60-8469-3dd6821be91d" providerId="ADAL" clId="{4DBA5F2F-EE27-521D-BE3F-55C33E530F5C}" dt="2025-12-04T09:22:13.662" v="833" actId="14100"/>
          <ac:spMkLst>
            <pc:docMk/>
            <pc:sldMk cId="3054992986" sldId="262"/>
            <ac:spMk id="12" creationId="{48EDE78B-1334-09C3-9BDD-32F6314DF9FD}"/>
          </ac:spMkLst>
        </pc:spChg>
        <pc:spChg chg="add mod">
          <ac:chgData name="Vashisht, Eva" userId="c9381ce1-2d89-4a60-8469-3dd6821be91d" providerId="ADAL" clId="{4DBA5F2F-EE27-521D-BE3F-55C33E530F5C}" dt="2025-12-04T09:22:18.237" v="834" actId="14100"/>
          <ac:spMkLst>
            <pc:docMk/>
            <pc:sldMk cId="3054992986" sldId="262"/>
            <ac:spMk id="13" creationId="{93147E6F-CF0B-89AE-03CD-148D0E7126BE}"/>
          </ac:spMkLst>
        </pc:spChg>
        <pc:spChg chg="add mod">
          <ac:chgData name="Vashisht, Eva" userId="c9381ce1-2d89-4a60-8469-3dd6821be91d" providerId="ADAL" clId="{4DBA5F2F-EE27-521D-BE3F-55C33E530F5C}" dt="2025-12-04T09:22:30.137" v="836" actId="14100"/>
          <ac:spMkLst>
            <pc:docMk/>
            <pc:sldMk cId="3054992986" sldId="262"/>
            <ac:spMk id="14" creationId="{CE8100AD-CE92-F778-4685-7E4E1586965B}"/>
          </ac:spMkLst>
        </pc:spChg>
        <pc:picChg chg="mod">
          <ac:chgData name="Vashisht, Eva" userId="c9381ce1-2d89-4a60-8469-3dd6821be91d" providerId="ADAL" clId="{4DBA5F2F-EE27-521D-BE3F-55C33E530F5C}" dt="2025-12-04T09:22:00.783" v="832" actId="1076"/>
          <ac:picMkLst>
            <pc:docMk/>
            <pc:sldMk cId="3054992986" sldId="262"/>
            <ac:picMk id="3" creationId="{815AA84E-AD64-E106-AD66-6FA2F76C31AA}"/>
          </ac:picMkLst>
        </pc:picChg>
        <pc:picChg chg="mod">
          <ac:chgData name="Vashisht, Eva" userId="c9381ce1-2d89-4a60-8469-3dd6821be91d" providerId="ADAL" clId="{4DBA5F2F-EE27-521D-BE3F-55C33E530F5C}" dt="2025-12-04T09:22:00.783" v="832" actId="1076"/>
          <ac:picMkLst>
            <pc:docMk/>
            <pc:sldMk cId="3054992986" sldId="262"/>
            <ac:picMk id="9" creationId="{D3992A95-53B1-CE03-1DDC-AA8492B9DB9F}"/>
          </ac:picMkLst>
        </pc:picChg>
        <pc:cxnChg chg="add mod">
          <ac:chgData name="Vashisht, Eva" userId="c9381ce1-2d89-4a60-8469-3dd6821be91d" providerId="ADAL" clId="{4DBA5F2F-EE27-521D-BE3F-55C33E530F5C}" dt="2025-12-04T09:07:28.673" v="609" actId="14100"/>
          <ac:cxnSpMkLst>
            <pc:docMk/>
            <pc:sldMk cId="3054992986" sldId="262"/>
            <ac:cxnSpMk id="11" creationId="{0A3F78F8-A7AE-334C-F094-3D50210BD215}"/>
          </ac:cxnSpMkLst>
        </pc:cxnChg>
        <pc:cxnChg chg="add mod">
          <ac:chgData name="Vashisht, Eva" userId="c9381ce1-2d89-4a60-8469-3dd6821be91d" providerId="ADAL" clId="{4DBA5F2F-EE27-521D-BE3F-55C33E530F5C}" dt="2025-12-04T09:07:51.335" v="614" actId="14100"/>
          <ac:cxnSpMkLst>
            <pc:docMk/>
            <pc:sldMk cId="3054992986" sldId="262"/>
            <ac:cxnSpMk id="17" creationId="{D3DFC3BD-7473-6A60-566D-AE389388AC91}"/>
          </ac:cxnSpMkLst>
        </pc:cxnChg>
      </pc:sldChg>
      <pc:sldChg chg="modSp mod">
        <pc:chgData name="Vashisht, Eva" userId="c9381ce1-2d89-4a60-8469-3dd6821be91d" providerId="ADAL" clId="{4DBA5F2F-EE27-521D-BE3F-55C33E530F5C}" dt="2025-12-04T09:12:08.222" v="712" actId="122"/>
        <pc:sldMkLst>
          <pc:docMk/>
          <pc:sldMk cId="951883143" sldId="263"/>
        </pc:sldMkLst>
        <pc:spChg chg="mod">
          <ac:chgData name="Vashisht, Eva" userId="c9381ce1-2d89-4a60-8469-3dd6821be91d" providerId="ADAL" clId="{4DBA5F2F-EE27-521D-BE3F-55C33E530F5C}" dt="2025-12-04T08:49:07.002" v="60" actId="20577"/>
          <ac:spMkLst>
            <pc:docMk/>
            <pc:sldMk cId="951883143" sldId="263"/>
            <ac:spMk id="8" creationId="{417D6DBF-99A2-F39A-9551-49F0D6599E69}"/>
          </ac:spMkLst>
        </pc:spChg>
        <pc:spChg chg="mod">
          <ac:chgData name="Vashisht, Eva" userId="c9381ce1-2d89-4a60-8469-3dd6821be91d" providerId="ADAL" clId="{4DBA5F2F-EE27-521D-BE3F-55C33E530F5C}" dt="2025-12-04T09:12:01.389" v="710" actId="122"/>
          <ac:spMkLst>
            <pc:docMk/>
            <pc:sldMk cId="951883143" sldId="263"/>
            <ac:spMk id="14" creationId="{F4932FE5-AEFB-5106-4181-C721BF4863C4}"/>
          </ac:spMkLst>
        </pc:spChg>
        <pc:spChg chg="mod">
          <ac:chgData name="Vashisht, Eva" userId="c9381ce1-2d89-4a60-8469-3dd6821be91d" providerId="ADAL" clId="{4DBA5F2F-EE27-521D-BE3F-55C33E530F5C}" dt="2025-12-04T09:12:05.462" v="711" actId="122"/>
          <ac:spMkLst>
            <pc:docMk/>
            <pc:sldMk cId="951883143" sldId="263"/>
            <ac:spMk id="15" creationId="{071FDF3D-7EC3-5695-862D-3AA858607D83}"/>
          </ac:spMkLst>
        </pc:spChg>
        <pc:spChg chg="mod">
          <ac:chgData name="Vashisht, Eva" userId="c9381ce1-2d89-4a60-8469-3dd6821be91d" providerId="ADAL" clId="{4DBA5F2F-EE27-521D-BE3F-55C33E530F5C}" dt="2025-12-04T09:12:08.222" v="712" actId="122"/>
          <ac:spMkLst>
            <pc:docMk/>
            <pc:sldMk cId="951883143" sldId="263"/>
            <ac:spMk id="16" creationId="{448B98E9-1945-8A03-7D85-C48028DCCB33}"/>
          </ac:spMkLst>
        </pc:spChg>
        <pc:spChg chg="mod">
          <ac:chgData name="Vashisht, Eva" userId="c9381ce1-2d89-4a60-8469-3dd6821be91d" providerId="ADAL" clId="{4DBA5F2F-EE27-521D-BE3F-55C33E530F5C}" dt="2025-12-04T08:58:39.726" v="537" actId="1076"/>
          <ac:spMkLst>
            <pc:docMk/>
            <pc:sldMk cId="951883143" sldId="263"/>
            <ac:spMk id="20" creationId="{6E5F839C-F89D-4108-8E77-C40CCBEE12D9}"/>
          </ac:spMkLst>
        </pc:spChg>
      </pc:sldChg>
      <pc:sldChg chg="addSp delSp modSp mod">
        <pc:chgData name="Vashisht, Eva" userId="c9381ce1-2d89-4a60-8469-3dd6821be91d" providerId="ADAL" clId="{4DBA5F2F-EE27-521D-BE3F-55C33E530F5C}" dt="2025-12-04T09:16:57.625" v="781" actId="1076"/>
        <pc:sldMkLst>
          <pc:docMk/>
          <pc:sldMk cId="3405193309" sldId="264"/>
        </pc:sldMkLst>
        <pc:spChg chg="add mod">
          <ac:chgData name="Vashisht, Eva" userId="c9381ce1-2d89-4a60-8469-3dd6821be91d" providerId="ADAL" clId="{4DBA5F2F-EE27-521D-BE3F-55C33E530F5C}" dt="2025-12-04T09:16:57.625" v="781" actId="1076"/>
          <ac:spMkLst>
            <pc:docMk/>
            <pc:sldMk cId="3405193309" sldId="264"/>
            <ac:spMk id="2" creationId="{A37ACB70-9AAD-537D-3E91-CCE51A5C2942}"/>
          </ac:spMkLst>
        </pc:spChg>
        <pc:spChg chg="add mod">
          <ac:chgData name="Vashisht, Eva" userId="c9381ce1-2d89-4a60-8469-3dd6821be91d" providerId="ADAL" clId="{4DBA5F2F-EE27-521D-BE3F-55C33E530F5C}" dt="2025-12-04T09:16:57.625" v="781" actId="1076"/>
          <ac:spMkLst>
            <pc:docMk/>
            <pc:sldMk cId="3405193309" sldId="264"/>
            <ac:spMk id="3" creationId="{BCB6722C-2AE1-DFFB-832A-332927DB41DD}"/>
          </ac:spMkLst>
        </pc:spChg>
        <pc:spChg chg="mod">
          <ac:chgData name="Vashisht, Eva" userId="c9381ce1-2d89-4a60-8469-3dd6821be91d" providerId="ADAL" clId="{4DBA5F2F-EE27-521D-BE3F-55C33E530F5C}" dt="2025-12-04T09:16:28.865" v="780" actId="1076"/>
          <ac:spMkLst>
            <pc:docMk/>
            <pc:sldMk cId="3405193309" sldId="264"/>
            <ac:spMk id="4" creationId="{3124C28B-BC26-FD5F-4442-E1CD462E550E}"/>
          </ac:spMkLst>
        </pc:spChg>
        <pc:spChg chg="del mod">
          <ac:chgData name="Vashisht, Eva" userId="c9381ce1-2d89-4a60-8469-3dd6821be91d" providerId="ADAL" clId="{4DBA5F2F-EE27-521D-BE3F-55C33E530F5C}" dt="2025-12-04T09:09:08.347" v="622" actId="478"/>
          <ac:spMkLst>
            <pc:docMk/>
            <pc:sldMk cId="3405193309" sldId="264"/>
            <ac:spMk id="5" creationId="{175BF378-79F4-671F-9F3B-95A8E06788C6}"/>
          </ac:spMkLst>
        </pc:spChg>
        <pc:spChg chg="mod">
          <ac:chgData name="Vashisht, Eva" userId="c9381ce1-2d89-4a60-8469-3dd6821be91d" providerId="ADAL" clId="{4DBA5F2F-EE27-521D-BE3F-55C33E530F5C}" dt="2025-12-04T09:08:55.602" v="620" actId="207"/>
          <ac:spMkLst>
            <pc:docMk/>
            <pc:sldMk cId="3405193309" sldId="264"/>
            <ac:spMk id="8" creationId="{14695059-1EEA-51F9-BC90-C1BD41B58E9E}"/>
          </ac:spMkLst>
        </pc:spChg>
        <pc:spChg chg="add mod">
          <ac:chgData name="Vashisht, Eva" userId="c9381ce1-2d89-4a60-8469-3dd6821be91d" providerId="ADAL" clId="{4DBA5F2F-EE27-521D-BE3F-55C33E530F5C}" dt="2025-12-04T09:16:57.625" v="781" actId="1076"/>
          <ac:spMkLst>
            <pc:docMk/>
            <pc:sldMk cId="3405193309" sldId="264"/>
            <ac:spMk id="9" creationId="{EFF3B7E6-BD44-9BBD-CE82-7C880559932E}"/>
          </ac:spMkLst>
        </pc:spChg>
        <pc:spChg chg="add mod">
          <ac:chgData name="Vashisht, Eva" userId="c9381ce1-2d89-4a60-8469-3dd6821be91d" providerId="ADAL" clId="{4DBA5F2F-EE27-521D-BE3F-55C33E530F5C}" dt="2025-12-04T09:16:57.625" v="781" actId="1076"/>
          <ac:spMkLst>
            <pc:docMk/>
            <pc:sldMk cId="3405193309" sldId="264"/>
            <ac:spMk id="10" creationId="{BE0BB2D5-C2AF-A7EB-6F19-13D223A83E1A}"/>
          </ac:spMkLst>
        </pc:spChg>
        <pc:spChg chg="add mod">
          <ac:chgData name="Vashisht, Eva" userId="c9381ce1-2d89-4a60-8469-3dd6821be91d" providerId="ADAL" clId="{4DBA5F2F-EE27-521D-BE3F-55C33E530F5C}" dt="2025-12-04T09:16:57.625" v="781" actId="1076"/>
          <ac:spMkLst>
            <pc:docMk/>
            <pc:sldMk cId="3405193309" sldId="264"/>
            <ac:spMk id="11" creationId="{03221188-4EF0-E76B-0965-55C13CBC7B7B}"/>
          </ac:spMkLst>
        </pc:spChg>
        <pc:spChg chg="add mod">
          <ac:chgData name="Vashisht, Eva" userId="c9381ce1-2d89-4a60-8469-3dd6821be91d" providerId="ADAL" clId="{4DBA5F2F-EE27-521D-BE3F-55C33E530F5C}" dt="2025-12-04T09:16:57.625" v="781" actId="1076"/>
          <ac:spMkLst>
            <pc:docMk/>
            <pc:sldMk cId="3405193309" sldId="264"/>
            <ac:spMk id="12" creationId="{BB2CBC96-F641-91DE-51DE-44D19E046374}"/>
          </ac:spMkLst>
        </pc:spChg>
        <pc:spChg chg="add del mod">
          <ac:chgData name="Vashisht, Eva" userId="c9381ce1-2d89-4a60-8469-3dd6821be91d" providerId="ADAL" clId="{4DBA5F2F-EE27-521D-BE3F-55C33E530F5C}" dt="2025-12-04T09:16:08.069" v="771" actId="21"/>
          <ac:spMkLst>
            <pc:docMk/>
            <pc:sldMk cId="3405193309" sldId="264"/>
            <ac:spMk id="14" creationId="{090AD9B2-D861-BBDC-B791-ED84E604156B}"/>
          </ac:spMkLst>
        </pc:spChg>
        <pc:spChg chg="add mod">
          <ac:chgData name="Vashisht, Eva" userId="c9381ce1-2d89-4a60-8469-3dd6821be91d" providerId="ADAL" clId="{4DBA5F2F-EE27-521D-BE3F-55C33E530F5C}" dt="2025-12-04T09:16:57.625" v="781" actId="1076"/>
          <ac:spMkLst>
            <pc:docMk/>
            <pc:sldMk cId="3405193309" sldId="264"/>
            <ac:spMk id="16" creationId="{77FEB306-F1F6-C2F0-9A33-D9FD44DA7C18}"/>
          </ac:spMkLst>
        </pc:spChg>
        <pc:spChg chg="add mod">
          <ac:chgData name="Vashisht, Eva" userId="c9381ce1-2d89-4a60-8469-3dd6821be91d" providerId="ADAL" clId="{4DBA5F2F-EE27-521D-BE3F-55C33E530F5C}" dt="2025-12-04T09:16:57.625" v="781" actId="1076"/>
          <ac:spMkLst>
            <pc:docMk/>
            <pc:sldMk cId="3405193309" sldId="264"/>
            <ac:spMk id="18" creationId="{16A4BC60-2245-25BA-9B25-C7249D683C7F}"/>
          </ac:spMkLst>
        </pc:spChg>
        <pc:spChg chg="add mod">
          <ac:chgData name="Vashisht, Eva" userId="c9381ce1-2d89-4a60-8469-3dd6821be91d" providerId="ADAL" clId="{4DBA5F2F-EE27-521D-BE3F-55C33E530F5C}" dt="2025-12-04T09:16:57.625" v="781" actId="1076"/>
          <ac:spMkLst>
            <pc:docMk/>
            <pc:sldMk cId="3405193309" sldId="264"/>
            <ac:spMk id="19" creationId="{B9368708-B51E-34E9-9B62-3C1DEAB28BD2}"/>
          </ac:spMkLst>
        </pc:spChg>
      </pc:sldChg>
      <pc:sldChg chg="addSp modSp mod">
        <pc:chgData name="Vashisht, Eva" userId="c9381ce1-2d89-4a60-8469-3dd6821be91d" providerId="ADAL" clId="{4DBA5F2F-EE27-521D-BE3F-55C33E530F5C}" dt="2025-12-04T09:46:05.186" v="912" actId="1582"/>
        <pc:sldMkLst>
          <pc:docMk/>
          <pc:sldMk cId="1260991938" sldId="265"/>
        </pc:sldMkLst>
        <pc:spChg chg="mod">
          <ac:chgData name="Vashisht, Eva" userId="c9381ce1-2d89-4a60-8469-3dd6821be91d" providerId="ADAL" clId="{4DBA5F2F-EE27-521D-BE3F-55C33E530F5C}" dt="2025-12-04T09:45:30.660" v="908" actId="14100"/>
          <ac:spMkLst>
            <pc:docMk/>
            <pc:sldMk cId="1260991938" sldId="265"/>
            <ac:spMk id="5" creationId="{E36CCFF9-13A1-0A00-BBE4-2822DAD24962}"/>
          </ac:spMkLst>
        </pc:spChg>
        <pc:spChg chg="mod">
          <ac:chgData name="Vashisht, Eva" userId="c9381ce1-2d89-4a60-8469-3dd6821be91d" providerId="ADAL" clId="{4DBA5F2F-EE27-521D-BE3F-55C33E530F5C}" dt="2025-12-04T09:19:09.784" v="826" actId="14100"/>
          <ac:spMkLst>
            <pc:docMk/>
            <pc:sldMk cId="1260991938" sldId="265"/>
            <ac:spMk id="8" creationId="{1B653237-8E10-2444-42A5-C297EFD03214}"/>
          </ac:spMkLst>
        </pc:spChg>
        <pc:picChg chg="add mod">
          <ac:chgData name="Vashisht, Eva" userId="c9381ce1-2d89-4a60-8469-3dd6821be91d" providerId="ADAL" clId="{4DBA5F2F-EE27-521D-BE3F-55C33E530F5C}" dt="2025-12-04T09:46:05.186" v="912" actId="1582"/>
          <ac:picMkLst>
            <pc:docMk/>
            <pc:sldMk cId="1260991938" sldId="265"/>
            <ac:picMk id="2" creationId="{4E608170-8AEA-E6DA-2300-38424192402E}"/>
          </ac:picMkLst>
        </pc:picChg>
      </pc:sldChg>
      <pc:sldChg chg="modSp mod ord">
        <pc:chgData name="Vashisht, Eva" userId="c9381ce1-2d89-4a60-8469-3dd6821be91d" providerId="ADAL" clId="{4DBA5F2F-EE27-521D-BE3F-55C33E530F5C}" dt="2025-12-04T09:47:32.867" v="935" actId="20578"/>
        <pc:sldMkLst>
          <pc:docMk/>
          <pc:sldMk cId="4293294409" sldId="266"/>
        </pc:sldMkLst>
        <pc:spChg chg="mod">
          <ac:chgData name="Vashisht, Eva" userId="c9381ce1-2d89-4a60-8469-3dd6821be91d" providerId="ADAL" clId="{4DBA5F2F-EE27-521D-BE3F-55C33E530F5C}" dt="2025-12-04T09:18:37.392" v="815" actId="1076"/>
          <ac:spMkLst>
            <pc:docMk/>
            <pc:sldMk cId="4293294409" sldId="266"/>
            <ac:spMk id="5" creationId="{A1EA8F8F-DD75-8C6C-16E4-9B2AC3492FC2}"/>
          </ac:spMkLst>
        </pc:spChg>
      </pc:sldChg>
      <pc:sldChg chg="addSp delSp modSp add mod">
        <pc:chgData name="Vashisht, Eva" userId="c9381ce1-2d89-4a60-8469-3dd6821be91d" providerId="ADAL" clId="{4DBA5F2F-EE27-521D-BE3F-55C33E530F5C}" dt="2025-12-04T09:54:36.425" v="958" actId="1076"/>
        <pc:sldMkLst>
          <pc:docMk/>
          <pc:sldMk cId="2466530682" sldId="267"/>
        </pc:sldMkLst>
        <pc:spChg chg="mod">
          <ac:chgData name="Vashisht, Eva" userId="c9381ce1-2d89-4a60-8469-3dd6821be91d" providerId="ADAL" clId="{4DBA5F2F-EE27-521D-BE3F-55C33E530F5C}" dt="2025-12-04T09:54:36.425" v="958" actId="1076"/>
          <ac:spMkLst>
            <pc:docMk/>
            <pc:sldMk cId="2466530682" sldId="267"/>
            <ac:spMk id="5" creationId="{DDBBD866-C3A8-306B-5FCE-2CC10A2BE19E}"/>
          </ac:spMkLst>
        </pc:spChg>
        <pc:spChg chg="mod">
          <ac:chgData name="Vashisht, Eva" userId="c9381ce1-2d89-4a60-8469-3dd6821be91d" providerId="ADAL" clId="{4DBA5F2F-EE27-521D-BE3F-55C33E530F5C}" dt="2025-12-04T09:36:08.767" v="884" actId="20577"/>
          <ac:spMkLst>
            <pc:docMk/>
            <pc:sldMk cId="2466530682" sldId="267"/>
            <ac:spMk id="8" creationId="{5880BC1B-39BD-E4E2-B296-B7A56CF929CC}"/>
          </ac:spMkLst>
        </pc:spChg>
        <pc:spChg chg="add del mod">
          <ac:chgData name="Vashisht, Eva" userId="c9381ce1-2d89-4a60-8469-3dd6821be91d" providerId="ADAL" clId="{4DBA5F2F-EE27-521D-BE3F-55C33E530F5C}" dt="2025-12-04T09:35:18.101" v="864"/>
          <ac:spMkLst>
            <pc:docMk/>
            <pc:sldMk cId="2466530682" sldId="267"/>
            <ac:spMk id="9" creationId="{47DC81FB-8589-9117-9D12-1D2825F58C18}"/>
          </ac:spMkLst>
        </pc:spChg>
        <pc:picChg chg="add del">
          <ac:chgData name="Vashisht, Eva" userId="c9381ce1-2d89-4a60-8469-3dd6821be91d" providerId="ADAL" clId="{4DBA5F2F-EE27-521D-BE3F-55C33E530F5C}" dt="2025-12-04T09:33:48.930" v="845" actId="478"/>
          <ac:picMkLst>
            <pc:docMk/>
            <pc:sldMk cId="2466530682" sldId="267"/>
            <ac:picMk id="2" creationId="{9645A790-3B0C-ED9C-5B75-95DD6F5B534B}"/>
          </ac:picMkLst>
        </pc:picChg>
        <pc:picChg chg="add mod">
          <ac:chgData name="Vashisht, Eva" userId="c9381ce1-2d89-4a60-8469-3dd6821be91d" providerId="ADAL" clId="{4DBA5F2F-EE27-521D-BE3F-55C33E530F5C}" dt="2025-12-04T09:35:12.993" v="862" actId="1076"/>
          <ac:picMkLst>
            <pc:docMk/>
            <pc:sldMk cId="2466530682" sldId="267"/>
            <ac:picMk id="3" creationId="{175D704B-2C22-9D0F-9359-0DC5932A3914}"/>
          </ac:picMkLst>
        </pc:picChg>
      </pc:sldChg>
      <pc:sldChg chg="addSp delSp modSp add mod">
        <pc:chgData name="Vashisht, Eva" userId="c9381ce1-2d89-4a60-8469-3dd6821be91d" providerId="ADAL" clId="{4DBA5F2F-EE27-521D-BE3F-55C33E530F5C}" dt="2025-12-04T09:46:51.126" v="930" actId="20577"/>
        <pc:sldMkLst>
          <pc:docMk/>
          <pc:sldMk cId="3126720917" sldId="268"/>
        </pc:sldMkLst>
        <pc:spChg chg="mod">
          <ac:chgData name="Vashisht, Eva" userId="c9381ce1-2d89-4a60-8469-3dd6821be91d" providerId="ADAL" clId="{4DBA5F2F-EE27-521D-BE3F-55C33E530F5C}" dt="2025-12-04T09:37:17.106" v="901" actId="5793"/>
          <ac:spMkLst>
            <pc:docMk/>
            <pc:sldMk cId="3126720917" sldId="268"/>
            <ac:spMk id="5" creationId="{AFD58081-3599-257D-1D57-4DB233197368}"/>
          </ac:spMkLst>
        </pc:spChg>
        <pc:spChg chg="mod">
          <ac:chgData name="Vashisht, Eva" userId="c9381ce1-2d89-4a60-8469-3dd6821be91d" providerId="ADAL" clId="{4DBA5F2F-EE27-521D-BE3F-55C33E530F5C}" dt="2025-12-04T09:46:51.126" v="930" actId="20577"/>
          <ac:spMkLst>
            <pc:docMk/>
            <pc:sldMk cId="3126720917" sldId="268"/>
            <ac:spMk id="8" creationId="{66E916EC-F51F-60E6-389E-40B4C09F3E94}"/>
          </ac:spMkLst>
        </pc:spChg>
        <pc:picChg chg="add mod">
          <ac:chgData name="Vashisht, Eva" userId="c9381ce1-2d89-4a60-8469-3dd6821be91d" providerId="ADAL" clId="{4DBA5F2F-EE27-521D-BE3F-55C33E530F5C}" dt="2025-12-04T09:38:06.568" v="906" actId="1582"/>
          <ac:picMkLst>
            <pc:docMk/>
            <pc:sldMk cId="3126720917" sldId="268"/>
            <ac:picMk id="2" creationId="{77A5E93F-4A2E-A758-AFD4-EAA549910B57}"/>
          </ac:picMkLst>
        </pc:picChg>
        <pc:picChg chg="del">
          <ac:chgData name="Vashisht, Eva" userId="c9381ce1-2d89-4a60-8469-3dd6821be91d" providerId="ADAL" clId="{4DBA5F2F-EE27-521D-BE3F-55C33E530F5C}" dt="2025-12-04T09:38:02.702" v="905" actId="478"/>
          <ac:picMkLst>
            <pc:docMk/>
            <pc:sldMk cId="3126720917" sldId="268"/>
            <ac:picMk id="3" creationId="{C48160EC-74D1-B3CF-8D54-4297ED4A4878}"/>
          </ac:picMkLst>
        </pc:picChg>
      </pc:sldChg>
      <pc:sldChg chg="addSp delSp modSp add mod ord">
        <pc:chgData name="Vashisht, Eva" userId="c9381ce1-2d89-4a60-8469-3dd6821be91d" providerId="ADAL" clId="{4DBA5F2F-EE27-521D-BE3F-55C33E530F5C}" dt="2025-12-04T09:53:46.278" v="956" actId="1076"/>
        <pc:sldMkLst>
          <pc:docMk/>
          <pc:sldMk cId="929295766" sldId="269"/>
        </pc:sldMkLst>
        <pc:spChg chg="add mod">
          <ac:chgData name="Vashisht, Eva" userId="c9381ce1-2d89-4a60-8469-3dd6821be91d" providerId="ADAL" clId="{4DBA5F2F-EE27-521D-BE3F-55C33E530F5C}" dt="2025-12-04T09:53:46.278" v="956" actId="1076"/>
          <ac:spMkLst>
            <pc:docMk/>
            <pc:sldMk cId="929295766" sldId="269"/>
            <ac:spMk id="2" creationId="{5AA23362-F4FD-FBC4-8B00-062DC1757925}"/>
          </ac:spMkLst>
        </pc:spChg>
        <pc:spChg chg="del">
          <ac:chgData name="Vashisht, Eva" userId="c9381ce1-2d89-4a60-8469-3dd6821be91d" providerId="ADAL" clId="{4DBA5F2F-EE27-521D-BE3F-55C33E530F5C}" dt="2025-12-04T09:47:36.522" v="936" actId="478"/>
          <ac:spMkLst>
            <pc:docMk/>
            <pc:sldMk cId="929295766" sldId="269"/>
            <ac:spMk id="8" creationId="{5C7A14F2-0610-B52E-0AD2-B336902B0CC1}"/>
          </ac:spMkLst>
        </pc:spChg>
        <pc:spChg chg="del">
          <ac:chgData name="Vashisht, Eva" userId="c9381ce1-2d89-4a60-8469-3dd6821be91d" providerId="ADAL" clId="{4DBA5F2F-EE27-521D-BE3F-55C33E530F5C}" dt="2025-12-04T09:47:38.810" v="937" actId="478"/>
          <ac:spMkLst>
            <pc:docMk/>
            <pc:sldMk cId="929295766" sldId="269"/>
            <ac:spMk id="9" creationId="{40ACAE7B-7970-7F0D-4553-BFEC1F021947}"/>
          </ac:spMkLst>
        </pc:spChg>
      </pc:sldChg>
      <pc:sldChg chg="add del">
        <pc:chgData name="Vashisht, Eva" userId="c9381ce1-2d89-4a60-8469-3dd6821be91d" providerId="ADAL" clId="{4DBA5F2F-EE27-521D-BE3F-55C33E530F5C}" dt="2025-12-04T09:46:26.046" v="913" actId="2696"/>
        <pc:sldMkLst>
          <pc:docMk/>
          <pc:sldMk cId="4184936489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3EDEED-D2E9-7E44-9708-109A55ABDE79}" type="datetimeFigureOut">
              <a:rPr lang="en-US" smtClean="0"/>
              <a:t>12/3/25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C225E6-7AFF-7E4F-A88C-C56FB4117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475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225E6-7AFF-7E4F-A88C-C56FB41175B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245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225E6-7AFF-7E4F-A88C-C56FB41175B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839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A88DC-4B6F-92AE-E97B-2D48DFF8B9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E90868-7029-E09A-130A-AD5E5285CE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74F32-1453-E6C1-B6A0-0EC69C2A2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98AF9-FAE2-6145-BB6D-E4CA2C03437D}" type="datetime1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C04D7-E3E3-EA35-0033-D9ACB3736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59617-99DF-352E-1130-662215717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5EA05-5AAD-7946-A3BE-DCBEAB597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174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2131E-7284-D9EB-A3FF-C02BF3394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082B6-1DF5-B075-F49E-9E8D9A248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8D307-5F38-C171-8380-80B4C3FF5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46672-6467-ED47-BE64-F2A28BBB460F}" type="datetime1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9704E-C434-5B12-9DA1-7CD5DC769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BC151-02A5-FC72-CB89-2015F7D2C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5EA05-5AAD-7946-A3BE-DCBEAB597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193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B491-742F-73A8-3FEE-5D1A18A2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1F7D80-065C-0F7E-3A22-6746F62EF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6E114-D772-8B1B-0507-159051B15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D420C-527C-9C42-8103-E23ABF6FDF2B}" type="datetime1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116EF-CA27-B11D-AFC4-0035B2B45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2A5AF-849D-4D90-803F-B4624D2E4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5EA05-5AAD-7946-A3BE-DCBEAB597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427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3DEB3-C3B0-B754-12DE-F018A94C7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52CF0-A896-787F-E323-8D756BC6C4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46B205-13A2-DC58-F115-B10B581E2B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31528A-3E1D-CFF0-D83A-01DF59EF2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CFC9-F33D-E94F-81AB-17AB687F475B}" type="datetime1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AE8737-BE00-2268-2071-0295F0F5D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A6D9A7-A8B0-DFFA-24FE-2258608B9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5EA05-5AAD-7946-A3BE-DCBEAB597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54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CB70D-21CF-426A-786F-E7A02B3D0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F38431-2214-C9BC-07F6-424FEB54FF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F82B9-CD3D-AF57-4580-A0DD4C12F4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F2ED1D-0D96-52A0-51B2-2EA6DE79D2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41832F-7F13-0FEE-83AF-DA39C73CDD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4F3C5D-AAF4-27C9-3A8C-DA1DB8169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31D49-E794-0C4E-8A1C-9E80118138A7}" type="datetime1">
              <a:rPr lang="en-US" smtClean="0"/>
              <a:t>12/3/25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B19B2E-0F1A-F252-F8EE-3B4D678AE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44364A-5229-FFDD-682B-20BADE779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5EA05-5AAD-7946-A3BE-DCBEAB597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328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BAE82-EA6E-3C81-50B3-C756AF045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7C8B15-C567-8895-D025-8397DE520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FC96F-44E2-7F41-B26F-EA8C02C6F496}" type="datetime1">
              <a:rPr lang="en-US" smtClean="0"/>
              <a:t>12/3/25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9369AD-F1EB-CCCE-D9A7-B312CD7D4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EC0065-DF95-6FE3-A2C9-DE0C7A62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5EA05-5AAD-7946-A3BE-DCBEAB597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282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9AE9C3-2B88-D381-9E48-C84AE8295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77FF-8795-A34E-A003-58895BFDE361}" type="datetime1">
              <a:rPr lang="en-US" smtClean="0"/>
              <a:t>12/3/25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7D4F10-AAC5-B4E8-EE79-97C58CDD3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088301-097E-F17E-CDA9-6604817CA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5EA05-5AAD-7946-A3BE-DCBEAB597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33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34317-654F-C4BE-8DDA-08CAF23CA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332CB-830D-9DEF-8AA4-FE14A79E1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1DD63A-A70D-D65A-7ECA-BC62FFCF17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D0428C-CDCC-E7CE-1B19-CD3295788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C0CFE-3906-C04C-A375-2FE77613DDC6}" type="datetime1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24252B-CF56-9400-16F4-720364C9A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387FBB-CDB0-F5E9-A7DD-7A5026E36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5EA05-5AAD-7946-A3BE-DCBEAB597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405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AA3CB-0AE8-0FF2-9B78-E43EE2A12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7CFC6A-6C80-A26C-FDC8-314B984CB7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FC19D2-9238-82F5-60E6-768943FD80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FCDE4F-21DE-E449-58E6-07CB5ED02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17D1D-F6DD-0F4D-B81A-E590C9067211}" type="datetime1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DC6967-43E0-DF87-189F-B048192D8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EE25ED-4910-8C8B-2DB5-A918E29AB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5EA05-5AAD-7946-A3BE-DCBEAB597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707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2067F-C913-8D25-8373-EA6833E1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6D676F-CE42-EE7A-4A90-F33EB5EFC3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02246-0158-98AC-DCDC-647D8C1CC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CF957-8DA4-1B41-8E72-1FAF22B74654}" type="datetime1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88371-9293-D0EB-478A-52F5F3FD3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D9080-BD34-F343-3F13-80DEF3E7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5EA05-5AAD-7946-A3BE-DCBEAB597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294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6B6B39-EF00-B002-2777-075F9D0F32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D63596-0F42-A89A-ECF8-BF9577012F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A68DD-A629-546D-B761-9B18FC6BA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5BD01-A277-F24D-AE29-F21293227026}" type="datetime1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E3B2F-1504-DD37-E0D7-4DFF19E13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26143-578C-B452-7B5A-B82EE91B4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5EA05-5AAD-7946-A3BE-DCBEAB597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656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5D1AC4-5450-15EE-838C-22A49C348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3ED7B-92D7-EE46-5883-E8CB29DFE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E1C48-A685-5F11-4B4B-1B8EF2581B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10491A-B94B-9546-BD90-EDE7D5C11610}" type="datetime1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8251B-1404-8615-91A2-6E2FD039A9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4561F-5AD7-6E08-6745-998303927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E5EA05-5AAD-7946-A3BE-DCBEAB597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354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DC29B0D-21C5-1BDB-C4EE-41CFF632C15F}"/>
              </a:ext>
            </a:extLst>
          </p:cNvPr>
          <p:cNvSpPr/>
          <p:nvPr/>
        </p:nvSpPr>
        <p:spPr>
          <a:xfrm>
            <a:off x="0" y="853440"/>
            <a:ext cx="12192000" cy="6004560"/>
          </a:xfrm>
          <a:prstGeom prst="rect">
            <a:avLst/>
          </a:prstGeom>
          <a:solidFill>
            <a:srgbClr val="012B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A8632F-C26B-9EA4-2070-88377E5FCC67}"/>
              </a:ext>
            </a:extLst>
          </p:cNvPr>
          <p:cNvSpPr/>
          <p:nvPr/>
        </p:nvSpPr>
        <p:spPr>
          <a:xfrm>
            <a:off x="0" y="833120"/>
            <a:ext cx="6096000" cy="3820160"/>
          </a:xfrm>
          <a:prstGeom prst="rect">
            <a:avLst/>
          </a:prstGeom>
          <a:solidFill>
            <a:srgbClr val="748C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75ADF9-BFD9-7E6E-2447-F0D7E00B36E7}"/>
              </a:ext>
            </a:extLst>
          </p:cNvPr>
          <p:cNvSpPr/>
          <p:nvPr/>
        </p:nvSpPr>
        <p:spPr>
          <a:xfrm>
            <a:off x="6096000" y="833120"/>
            <a:ext cx="6096000" cy="3820160"/>
          </a:xfrm>
          <a:prstGeom prst="rect">
            <a:avLst/>
          </a:prstGeom>
          <a:solidFill>
            <a:srgbClr val="AFBC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218CF8-F2B2-70B8-456B-1B3B7641242A}"/>
              </a:ext>
            </a:extLst>
          </p:cNvPr>
          <p:cNvSpPr/>
          <p:nvPr/>
        </p:nvSpPr>
        <p:spPr>
          <a:xfrm>
            <a:off x="9144000" y="121920"/>
            <a:ext cx="2946400" cy="599440"/>
          </a:xfrm>
          <a:prstGeom prst="rect">
            <a:avLst/>
          </a:prstGeom>
          <a:solidFill>
            <a:srgbClr val="7C8E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PT Serif Caption" panose="02060603050505020204" pitchFamily="18" charset="77"/>
              </a:rPr>
              <a:t>Applied Business Strategy Challenge – Day 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F1F21B-099F-ADD1-8069-AFCEF4DDCE2E}"/>
              </a:ext>
            </a:extLst>
          </p:cNvPr>
          <p:cNvSpPr txBox="1"/>
          <p:nvPr/>
        </p:nvSpPr>
        <p:spPr>
          <a:xfrm>
            <a:off x="510540" y="1198156"/>
            <a:ext cx="5415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T Serif Caption" panose="02060603050505020204" pitchFamily="18" charset="77"/>
              </a:rPr>
              <a:t>Fraud Detection </a:t>
            </a:r>
          </a:p>
          <a:p>
            <a:r>
              <a:rPr lang="en-US" sz="2400" dirty="0">
                <a:solidFill>
                  <a:schemeClr val="bg1"/>
                </a:solidFill>
                <a:latin typeface="PT Serif Caption" panose="02060603050505020204" pitchFamily="18" charset="77"/>
              </a:rPr>
              <a:t>&amp; </a:t>
            </a:r>
          </a:p>
          <a:p>
            <a:r>
              <a:rPr lang="en-US" sz="2400" dirty="0">
                <a:solidFill>
                  <a:schemeClr val="bg1"/>
                </a:solidFill>
                <a:latin typeface="PT Serif Caption" panose="02060603050505020204" pitchFamily="18" charset="77"/>
              </a:rPr>
              <a:t>Revenue Protection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E02F7B-2181-BEC9-8C10-1B848FE6FD15}"/>
              </a:ext>
            </a:extLst>
          </p:cNvPr>
          <p:cNvSpPr txBox="1"/>
          <p:nvPr/>
        </p:nvSpPr>
        <p:spPr>
          <a:xfrm>
            <a:off x="595630" y="3039179"/>
            <a:ext cx="5415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T Serif Caption" panose="02060603050505020204" pitchFamily="18" charset="77"/>
              </a:rPr>
              <a:t>December 04, 2025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0CE452D-22B1-7BF2-033D-E6F11D294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5EA05-5AAD-7946-A3BE-DCBEAB59764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124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CD2BD-721B-630E-4065-B43C4D5FA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DD63594-3808-6D9A-D1C2-D85026726808}"/>
              </a:ext>
            </a:extLst>
          </p:cNvPr>
          <p:cNvSpPr/>
          <p:nvPr/>
        </p:nvSpPr>
        <p:spPr>
          <a:xfrm>
            <a:off x="0" y="853440"/>
            <a:ext cx="12192000" cy="6004560"/>
          </a:xfrm>
          <a:prstGeom prst="rect">
            <a:avLst/>
          </a:prstGeom>
          <a:solidFill>
            <a:srgbClr val="E4E5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3A0A51-9F0D-95BC-6FA1-6E3951C6CFC6}"/>
              </a:ext>
            </a:extLst>
          </p:cNvPr>
          <p:cNvSpPr/>
          <p:nvPr/>
        </p:nvSpPr>
        <p:spPr>
          <a:xfrm>
            <a:off x="9144000" y="121920"/>
            <a:ext cx="2946400" cy="599440"/>
          </a:xfrm>
          <a:prstGeom prst="rect">
            <a:avLst/>
          </a:prstGeom>
          <a:solidFill>
            <a:srgbClr val="7C8E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PT Serif Caption" panose="02060603050505020204" pitchFamily="18" charset="77"/>
              </a:rPr>
              <a:t>Applied Business Strategy Challenge – Day 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B1ED11-F027-055B-4D14-EA514D263056}"/>
              </a:ext>
            </a:extLst>
          </p:cNvPr>
          <p:cNvSpPr txBox="1"/>
          <p:nvPr/>
        </p:nvSpPr>
        <p:spPr>
          <a:xfrm>
            <a:off x="660400" y="259695"/>
            <a:ext cx="5415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48CAB"/>
                </a:solidFill>
                <a:latin typeface="PT Serif Caption" panose="02060603050505020204" pitchFamily="18" charset="77"/>
              </a:rPr>
              <a:t>Business Problem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DC9AF93-6F56-B376-E0CF-8C7EB8BF1E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810911"/>
              </p:ext>
            </p:extLst>
          </p:nvPr>
        </p:nvGraphicFramePr>
        <p:xfrm>
          <a:off x="660400" y="1524000"/>
          <a:ext cx="10693400" cy="438912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0693400">
                  <a:extLst>
                    <a:ext uri="{9D8B030D-6E8A-4147-A177-3AD203B41FA5}">
                      <a16:colId xmlns:a16="http://schemas.microsoft.com/office/drawing/2014/main" val="3389775206"/>
                    </a:ext>
                  </a:extLst>
                </a:gridCol>
              </a:tblGrid>
              <a:tr h="1175264">
                <a:tc>
                  <a:txBody>
                    <a:bodyPr/>
                    <a:lstStyle/>
                    <a:p>
                      <a:r>
                        <a:rPr lang="en-US" b="1" i="0" dirty="0">
                          <a:ln>
                            <a:solidFill>
                              <a:srgbClr val="012B48"/>
                            </a:solidFill>
                          </a:ln>
                          <a:solidFill>
                            <a:srgbClr val="012B48"/>
                          </a:solidFill>
                          <a:latin typeface="PT Serif Caption" panose="02060603050505020204" pitchFamily="18" charset="77"/>
                        </a:rPr>
                        <a:t>Problem: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>
                          <a:solidFill>
                            <a:srgbClr val="012B48"/>
                          </a:solidFill>
                          <a:latin typeface="PT Serif Caption" panose="02060603050505020204" pitchFamily="18" charset="77"/>
                        </a:rPr>
                        <a:t>Fraud attacks continue to evolve, increasing operational losses and impacting customer trust. Only 0.17% of transactions are fraudulent, making detection extremely difficult.</a:t>
                      </a:r>
                    </a:p>
                    <a:p>
                      <a:endParaRPr lang="en-US" b="1" dirty="0">
                        <a:ln>
                          <a:solidFill>
                            <a:srgbClr val="012B48"/>
                          </a:solidFill>
                        </a:ln>
                        <a:solidFill>
                          <a:srgbClr val="012B4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1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6646589"/>
                  </a:ext>
                </a:extLst>
              </a:tr>
              <a:tr h="1083824">
                <a:tc>
                  <a:txBody>
                    <a:bodyPr/>
                    <a:lstStyle/>
                    <a:p>
                      <a:r>
                        <a:rPr lang="en-US" b="1" i="0" dirty="0">
                          <a:ln>
                            <a:solidFill>
                              <a:srgbClr val="012B48"/>
                            </a:solidFill>
                          </a:ln>
                          <a:solidFill>
                            <a:srgbClr val="012B48"/>
                          </a:solidFill>
                          <a:latin typeface="PT Serif Caption" panose="02060603050505020204" pitchFamily="18" charset="77"/>
                        </a:rPr>
                        <a:t>What I Did: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>
                          <a:solidFill>
                            <a:srgbClr val="012B48"/>
                          </a:solidFill>
                          <a:latin typeface="PT Serif Caption" panose="02060603050505020204" pitchFamily="18" charset="77"/>
                        </a:rPr>
                        <a:t>Built a fraud detection pipeline using Logistic Regression, Random Forest, and Threshold Tuning to improve identification of high-risk transactions.</a:t>
                      </a:r>
                    </a:p>
                    <a:p>
                      <a:endParaRPr lang="en-US" b="1" i="0" dirty="0">
                        <a:ln>
                          <a:solidFill>
                            <a:srgbClr val="012B48"/>
                          </a:solidFill>
                        </a:ln>
                        <a:solidFill>
                          <a:srgbClr val="012B48"/>
                        </a:solidFill>
                        <a:latin typeface="PT Serif Caption" panose="02060603050505020204" pitchFamily="18" charset="77"/>
                      </a:endParaRPr>
                    </a:p>
                  </a:txBody>
                  <a:tcPr>
                    <a:lnL w="12700" cap="flat" cmpd="sng" algn="ctr">
                      <a:solidFill>
                        <a:srgbClr val="01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5008190"/>
                  </a:ext>
                </a:extLst>
              </a:tr>
              <a:tr h="1246384">
                <a:tc>
                  <a:txBody>
                    <a:bodyPr/>
                    <a:lstStyle/>
                    <a:p>
                      <a:r>
                        <a:rPr lang="en-US" b="1" i="0" dirty="0">
                          <a:ln>
                            <a:solidFill>
                              <a:srgbClr val="012B48"/>
                            </a:solidFill>
                          </a:ln>
                          <a:solidFill>
                            <a:srgbClr val="012B48"/>
                          </a:solidFill>
                          <a:latin typeface="PT Serif Caption" panose="02060603050505020204" pitchFamily="18" charset="77"/>
                        </a:rPr>
                        <a:t>Why it Matters: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solidFill>
                            <a:srgbClr val="012B48"/>
                          </a:solidFill>
                          <a:latin typeface="PT Serif Caption" panose="02060603050505020204" pitchFamily="18" charset="77"/>
                        </a:rPr>
                        <a:t>Direct financial losses from unauthorized transactions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solidFill>
                            <a:srgbClr val="012B48"/>
                          </a:solidFill>
                          <a:latin typeface="PT Serif Caption" panose="02060603050505020204" pitchFamily="18" charset="77"/>
                        </a:rPr>
                        <a:t>Chargeback fees → $25–$40 per dispute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solidFill>
                            <a:srgbClr val="012B48"/>
                          </a:solidFill>
                          <a:latin typeface="PT Serif Caption" panose="02060603050505020204" pitchFamily="18" charset="77"/>
                        </a:rPr>
                        <a:t>Increased capital requirements for “Expected Loss”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solidFill>
                            <a:srgbClr val="012B48"/>
                          </a:solidFill>
                          <a:latin typeface="PT Serif Caption" panose="02060603050505020204" pitchFamily="18" charset="77"/>
                        </a:rPr>
                        <a:t>Customer dissatisfaction → card closure risk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solidFill>
                            <a:srgbClr val="012B48"/>
                          </a:solidFill>
                          <a:latin typeface="PT Serif Caption" panose="02060603050505020204" pitchFamily="18" charset="77"/>
                        </a:rPr>
                        <a:t>Higher operational workload (manual review teams)</a:t>
                      </a:r>
                    </a:p>
                    <a:p>
                      <a:endParaRPr lang="en-US" b="1" i="0" dirty="0">
                        <a:ln>
                          <a:solidFill>
                            <a:srgbClr val="012B48"/>
                          </a:solidFill>
                        </a:ln>
                        <a:solidFill>
                          <a:srgbClr val="012B48"/>
                        </a:solidFill>
                        <a:latin typeface="PT Serif Caption" panose="02060603050505020204" pitchFamily="18" charset="77"/>
                      </a:endParaRPr>
                    </a:p>
                  </a:txBody>
                  <a:tcPr>
                    <a:lnL w="12700" cap="flat" cmpd="sng" algn="ctr">
                      <a:solidFill>
                        <a:srgbClr val="01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2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549602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3AC198-0097-B8E5-55D8-0F9ADEE89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5EA05-5AAD-7946-A3BE-DCBEAB59764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593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70E8E-1826-ACCB-3AC7-D5A61C114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927B770-2EB4-970E-8019-8F159F9F43F5}"/>
              </a:ext>
            </a:extLst>
          </p:cNvPr>
          <p:cNvSpPr/>
          <p:nvPr/>
        </p:nvSpPr>
        <p:spPr>
          <a:xfrm>
            <a:off x="0" y="853440"/>
            <a:ext cx="12192000" cy="6004560"/>
          </a:xfrm>
          <a:prstGeom prst="rect">
            <a:avLst/>
          </a:prstGeom>
          <a:solidFill>
            <a:srgbClr val="E4E5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•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CF06D6-B89A-9C82-A883-BEAA2089A883}"/>
              </a:ext>
            </a:extLst>
          </p:cNvPr>
          <p:cNvSpPr/>
          <p:nvPr/>
        </p:nvSpPr>
        <p:spPr>
          <a:xfrm>
            <a:off x="9144000" y="121920"/>
            <a:ext cx="2946400" cy="599440"/>
          </a:xfrm>
          <a:prstGeom prst="rect">
            <a:avLst/>
          </a:prstGeom>
          <a:solidFill>
            <a:srgbClr val="7C8E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PT Serif Caption" panose="02060603050505020204" pitchFamily="18" charset="77"/>
              </a:rPr>
              <a:t>Applied Business Strategy Challenge – Day 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4A8234-886E-EC4C-9498-F12606A6EDA5}"/>
              </a:ext>
            </a:extLst>
          </p:cNvPr>
          <p:cNvSpPr txBox="1"/>
          <p:nvPr/>
        </p:nvSpPr>
        <p:spPr>
          <a:xfrm>
            <a:off x="660400" y="259695"/>
            <a:ext cx="5415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48CAB"/>
                </a:solidFill>
                <a:latin typeface="PT Serif Caption" panose="02060603050505020204" pitchFamily="18" charset="77"/>
              </a:rPr>
              <a:t>Data Overview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707D9-988A-1A1E-7D34-47BA5CF8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5EA05-5AAD-7946-A3BE-DCBEAB59764B}" type="slidenum">
              <a:rPr lang="en-US" smtClean="0"/>
              <a:t>3</a:t>
            </a:fld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CA8B248-8544-6C19-44AA-C6E4CF645981}"/>
              </a:ext>
            </a:extLst>
          </p:cNvPr>
          <p:cNvSpPr/>
          <p:nvPr/>
        </p:nvSpPr>
        <p:spPr>
          <a:xfrm>
            <a:off x="508000" y="2026920"/>
            <a:ext cx="3606800" cy="3657600"/>
          </a:xfrm>
          <a:prstGeom prst="roundRect">
            <a:avLst/>
          </a:prstGeom>
          <a:solidFill>
            <a:srgbClr val="012B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DE773A2-2B08-0314-C197-2FA3F7A76E40}"/>
              </a:ext>
            </a:extLst>
          </p:cNvPr>
          <p:cNvSpPr/>
          <p:nvPr/>
        </p:nvSpPr>
        <p:spPr>
          <a:xfrm>
            <a:off x="4292600" y="2026920"/>
            <a:ext cx="3606800" cy="3657600"/>
          </a:xfrm>
          <a:prstGeom prst="roundRect">
            <a:avLst/>
          </a:prstGeom>
          <a:solidFill>
            <a:srgbClr val="012B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B27BCC0-3290-D0AE-D82F-366E6EA808AF}"/>
              </a:ext>
            </a:extLst>
          </p:cNvPr>
          <p:cNvSpPr/>
          <p:nvPr/>
        </p:nvSpPr>
        <p:spPr>
          <a:xfrm>
            <a:off x="8077200" y="2026920"/>
            <a:ext cx="3606800" cy="3657600"/>
          </a:xfrm>
          <a:prstGeom prst="roundRect">
            <a:avLst/>
          </a:prstGeom>
          <a:solidFill>
            <a:srgbClr val="012B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796AC8-88B8-2BA2-9E5B-703AC00A5BE9}"/>
              </a:ext>
            </a:extLst>
          </p:cNvPr>
          <p:cNvSpPr txBox="1"/>
          <p:nvPr/>
        </p:nvSpPr>
        <p:spPr>
          <a:xfrm>
            <a:off x="675640" y="3437365"/>
            <a:ext cx="34391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E4E5E8"/>
                </a:solidFill>
                <a:latin typeface="PT Serif Caption" panose="02060603050505020204" pitchFamily="18" charset="77"/>
              </a:rPr>
              <a:t>284,807 transactions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E4E5E8"/>
                </a:solidFill>
                <a:latin typeface="PT Serif Caption" panose="02060603050505020204" pitchFamily="18" charset="77"/>
              </a:rPr>
              <a:t>30 anonymized PCA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E4E5E8"/>
                </a:solidFill>
                <a:latin typeface="PT Serif Caption" panose="02060603050505020204" pitchFamily="18" charset="77"/>
              </a:rPr>
              <a:t>Time of transaction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E4E5E8"/>
                </a:solidFill>
                <a:latin typeface="PT Serif Caption" panose="02060603050505020204" pitchFamily="18" charset="77"/>
              </a:rPr>
              <a:t>Transaction amount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E4E5E8"/>
                </a:solidFill>
                <a:latin typeface="PT Serif Caption" panose="02060603050505020204" pitchFamily="18" charset="77"/>
              </a:rPr>
              <a:t>Fraud label (Class)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C06D75-9A65-115D-04C8-CE98BD2CE3A7}"/>
              </a:ext>
            </a:extLst>
          </p:cNvPr>
          <p:cNvSpPr txBox="1"/>
          <p:nvPr/>
        </p:nvSpPr>
        <p:spPr>
          <a:xfrm>
            <a:off x="1305560" y="2636837"/>
            <a:ext cx="20116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>
                <a:solidFill>
                  <a:srgbClr val="E4E5E8"/>
                </a:solidFill>
                <a:latin typeface="PT Serif Caption" panose="02060603050505020204" pitchFamily="18" charset="77"/>
              </a:rPr>
              <a:t>Data Used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E251E5-9C03-8185-F066-9C1B38C2C1EA}"/>
              </a:ext>
            </a:extLst>
          </p:cNvPr>
          <p:cNvSpPr txBox="1"/>
          <p:nvPr/>
        </p:nvSpPr>
        <p:spPr>
          <a:xfrm>
            <a:off x="4855210" y="2642236"/>
            <a:ext cx="24815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>
                <a:solidFill>
                  <a:srgbClr val="E4E5E8"/>
                </a:solidFill>
                <a:latin typeface="PT Serif Caption" panose="02060603050505020204" pitchFamily="18" charset="77"/>
              </a:rPr>
              <a:t>Models Built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91C1B7-69CD-C967-27F2-7133D84A1B64}"/>
              </a:ext>
            </a:extLst>
          </p:cNvPr>
          <p:cNvSpPr txBox="1"/>
          <p:nvPr/>
        </p:nvSpPr>
        <p:spPr>
          <a:xfrm>
            <a:off x="8204200" y="2636838"/>
            <a:ext cx="3352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>
                <a:solidFill>
                  <a:srgbClr val="E4E5E8"/>
                </a:solidFill>
                <a:latin typeface="PT Serif Caption" panose="02060603050505020204" pitchFamily="18" charset="77"/>
              </a:rPr>
              <a:t>Why this Approach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EBF34B-9986-7722-106D-2BAEB8C4A7A7}"/>
              </a:ext>
            </a:extLst>
          </p:cNvPr>
          <p:cNvSpPr txBox="1"/>
          <p:nvPr/>
        </p:nvSpPr>
        <p:spPr>
          <a:xfrm>
            <a:off x="4292600" y="3437365"/>
            <a:ext cx="36068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E4E5E8"/>
                </a:solidFill>
                <a:latin typeface="PT Serif Caption" panose="02060603050505020204" pitchFamily="18" charset="77"/>
              </a:rPr>
              <a:t>Logistic Regression (baseline)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E4E5E8"/>
                </a:solidFill>
                <a:latin typeface="PT Serif Caption" panose="02060603050505020204" pitchFamily="18" charset="77"/>
              </a:rPr>
              <a:t>Random Forest (feature importance)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E4E5E8"/>
                </a:solidFill>
                <a:latin typeface="PT Serif Caption" panose="02060603050505020204" pitchFamily="18" charset="77"/>
              </a:rPr>
              <a:t>Threshold tuning for imbalanced detection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E4E5E8"/>
                </a:solidFill>
                <a:latin typeface="PT Serif Caption" panose="02060603050505020204" pitchFamily="18" charset="77"/>
              </a:rPr>
              <a:t>Isolation Forest (unsupervised anomaly detection)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3A3A02-181F-26FB-777B-C6CA2EBE5F87}"/>
              </a:ext>
            </a:extLst>
          </p:cNvPr>
          <p:cNvSpPr txBox="1"/>
          <p:nvPr/>
        </p:nvSpPr>
        <p:spPr>
          <a:xfrm>
            <a:off x="8305800" y="3429000"/>
            <a:ext cx="33528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E4E5E8"/>
                </a:solidFill>
                <a:latin typeface="PT Serif Caption" panose="02060603050505020204" pitchFamily="18" charset="77"/>
              </a:rPr>
              <a:t>Works well with highly imbalanced datasets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E4E5E8"/>
                </a:solidFill>
                <a:latin typeface="PT Serif Caption" panose="02060603050505020204" pitchFamily="18" charset="77"/>
              </a:rPr>
              <a:t>Models provide interpretability and business alignment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E4E5E8"/>
                </a:solidFill>
                <a:latin typeface="PT Serif Caption" panose="02060603050505020204" pitchFamily="18" charset="77"/>
              </a:rPr>
              <a:t>Fast to run and easy to deploy into monitoring pipelines</a:t>
            </a:r>
          </a:p>
        </p:txBody>
      </p:sp>
    </p:spTree>
    <p:extLst>
      <p:ext uri="{BB962C8B-B14F-4D97-AF65-F5344CB8AC3E}">
        <p14:creationId xmlns:p14="http://schemas.microsoft.com/office/powerpoint/2010/main" val="2098406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65308-24BD-A9A0-C6FE-628E4E702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BA819F-4985-26FD-6CAA-F332322EF1D5}"/>
              </a:ext>
            </a:extLst>
          </p:cNvPr>
          <p:cNvSpPr/>
          <p:nvPr/>
        </p:nvSpPr>
        <p:spPr>
          <a:xfrm>
            <a:off x="0" y="853440"/>
            <a:ext cx="12192000" cy="6004560"/>
          </a:xfrm>
          <a:prstGeom prst="rect">
            <a:avLst/>
          </a:prstGeom>
          <a:solidFill>
            <a:srgbClr val="E4E5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FA69A4-D46F-0FFD-7ADC-6580060114F2}"/>
              </a:ext>
            </a:extLst>
          </p:cNvPr>
          <p:cNvSpPr/>
          <p:nvPr/>
        </p:nvSpPr>
        <p:spPr>
          <a:xfrm>
            <a:off x="9144000" y="121920"/>
            <a:ext cx="2946400" cy="599440"/>
          </a:xfrm>
          <a:prstGeom prst="rect">
            <a:avLst/>
          </a:prstGeom>
          <a:solidFill>
            <a:srgbClr val="7C8E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PT Serif Caption" panose="02060603050505020204" pitchFamily="18" charset="77"/>
              </a:rPr>
              <a:t>Applied Business Strategy Challenge – Day 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C3ABB9-6825-126B-52FC-7C351C166DFA}"/>
              </a:ext>
            </a:extLst>
          </p:cNvPr>
          <p:cNvSpPr txBox="1"/>
          <p:nvPr/>
        </p:nvSpPr>
        <p:spPr>
          <a:xfrm>
            <a:off x="660400" y="259695"/>
            <a:ext cx="5415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48CAB"/>
                </a:solidFill>
                <a:latin typeface="PT Serif Caption" panose="02060603050505020204" pitchFamily="18" charset="77"/>
              </a:rPr>
              <a:t>Exploratory Data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6C78A-20A1-BEA8-18FD-5C57EF538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5EA05-5AAD-7946-A3BE-DCBEAB59764B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5524C6-2BE4-205B-AAF4-F4F836C1B586}"/>
              </a:ext>
            </a:extLst>
          </p:cNvPr>
          <p:cNvSpPr txBox="1"/>
          <p:nvPr/>
        </p:nvSpPr>
        <p:spPr>
          <a:xfrm>
            <a:off x="635000" y="4879022"/>
            <a:ext cx="1092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12B48"/>
                </a:solidFill>
                <a:latin typeface="PT Serif Caption" panose="02060603050505020204" pitchFamily="18" charset="77"/>
              </a:rPr>
              <a:t>Key Observations: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12B48"/>
                </a:solidFill>
                <a:latin typeface="PT Serif Caption" panose="02060603050505020204" pitchFamily="18" charset="77"/>
              </a:rPr>
              <a:t>Fraud distribution closely overlaps normal transactions → suggests fraud is behaviorally similar, requiring ML instead of simple rules.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12B48"/>
                </a:solidFill>
                <a:latin typeface="PT Serif Caption" panose="02060603050505020204" pitchFamily="18" charset="77"/>
              </a:rPr>
              <a:t>No strong correlation between Time and fraud frequency.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12B48"/>
                </a:solidFill>
                <a:latin typeface="PT Serif Caption" panose="02060603050505020204" pitchFamily="18" charset="77"/>
              </a:rPr>
              <a:t>Transaction amounts show similar overlap patterns.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874CAC8-ED32-A94F-139F-AC0859B6A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997965"/>
            <a:ext cx="7772400" cy="3600007"/>
          </a:xfrm>
          <a:prstGeom prst="rect">
            <a:avLst/>
          </a:prstGeom>
          <a:solidFill>
            <a:srgbClr val="012B48"/>
          </a:solidFill>
          <a:ln w="38100">
            <a:solidFill>
              <a:srgbClr val="012B48"/>
            </a:solidFill>
          </a:ln>
        </p:spPr>
      </p:pic>
    </p:spTree>
    <p:extLst>
      <p:ext uri="{BB962C8B-B14F-4D97-AF65-F5344CB8AC3E}">
        <p14:creationId xmlns:p14="http://schemas.microsoft.com/office/powerpoint/2010/main" val="2179119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AC007-7437-7595-0F55-DDB3182C8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3ED90ED-41DE-C8C6-B432-33CA56D6477E}"/>
              </a:ext>
            </a:extLst>
          </p:cNvPr>
          <p:cNvSpPr/>
          <p:nvPr/>
        </p:nvSpPr>
        <p:spPr>
          <a:xfrm>
            <a:off x="0" y="853440"/>
            <a:ext cx="12192000" cy="6004560"/>
          </a:xfrm>
          <a:prstGeom prst="rect">
            <a:avLst/>
          </a:prstGeom>
          <a:solidFill>
            <a:srgbClr val="E4E5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09DFE9-40A0-108B-E18A-44CDF976E8F3}"/>
              </a:ext>
            </a:extLst>
          </p:cNvPr>
          <p:cNvSpPr/>
          <p:nvPr/>
        </p:nvSpPr>
        <p:spPr>
          <a:xfrm>
            <a:off x="9144000" y="121920"/>
            <a:ext cx="2946400" cy="599440"/>
          </a:xfrm>
          <a:prstGeom prst="rect">
            <a:avLst/>
          </a:prstGeom>
          <a:solidFill>
            <a:srgbClr val="7C8E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PT Serif Caption" panose="02060603050505020204" pitchFamily="18" charset="77"/>
              </a:rPr>
              <a:t>Applied Business Strategy Challenge – Day 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B108DF-AFFD-028C-CB46-2654B3ADBE35}"/>
              </a:ext>
            </a:extLst>
          </p:cNvPr>
          <p:cNvSpPr txBox="1"/>
          <p:nvPr/>
        </p:nvSpPr>
        <p:spPr>
          <a:xfrm>
            <a:off x="660400" y="259695"/>
            <a:ext cx="5415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48CAB"/>
                </a:solidFill>
                <a:latin typeface="PT Serif Caption" panose="02060603050505020204" pitchFamily="18" charset="77"/>
              </a:rPr>
              <a:t>Correlation Insights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3BE0E-1D7D-CE40-F493-A89049CB4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5EA05-5AAD-7946-A3BE-DCBEAB59764B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CAE475-1C54-B264-57D0-79E7B88651A9}"/>
              </a:ext>
            </a:extLst>
          </p:cNvPr>
          <p:cNvSpPr txBox="1"/>
          <p:nvPr/>
        </p:nvSpPr>
        <p:spPr>
          <a:xfrm>
            <a:off x="635000" y="5125769"/>
            <a:ext cx="1092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12B48"/>
                </a:solidFill>
                <a:latin typeface="PT Serif Caption" panose="02060603050505020204" pitchFamily="18" charset="77"/>
              </a:rPr>
              <a:t>PCA components (V1–V28) show low correlation with each other.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12B48"/>
                </a:solidFill>
                <a:latin typeface="PT Serif Caption" panose="02060603050505020204" pitchFamily="18" charset="77"/>
              </a:rPr>
              <a:t>This means each variable captures unique risk signals.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12B48"/>
                </a:solidFill>
                <a:latin typeface="PT Serif Caption" panose="02060603050505020204" pitchFamily="18" charset="77"/>
              </a:rPr>
              <a:t>Amount and Time show minimal direct correlation with fraud.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12B48"/>
                </a:solidFill>
                <a:latin typeface="PT Serif Caption" panose="02060603050505020204" pitchFamily="18" charset="77"/>
              </a:rPr>
              <a:t>No dominant predictor, reinforces need for ML ensemble approaches.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BF6D2D-352A-5233-CCB0-36434D6A7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790" y="1019452"/>
            <a:ext cx="5565140" cy="3940306"/>
          </a:xfrm>
          <a:prstGeom prst="rect">
            <a:avLst/>
          </a:prstGeom>
          <a:solidFill>
            <a:srgbClr val="012B48"/>
          </a:solidFill>
          <a:ln w="38100">
            <a:solidFill>
              <a:srgbClr val="012B48"/>
            </a:solidFill>
          </a:ln>
        </p:spPr>
      </p:pic>
    </p:spTree>
    <p:extLst>
      <p:ext uri="{BB962C8B-B14F-4D97-AF65-F5344CB8AC3E}">
        <p14:creationId xmlns:p14="http://schemas.microsoft.com/office/powerpoint/2010/main" val="1403142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0B757-3A34-ABFA-789B-B7181B65F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391B3A6-C49B-DF7D-4B96-D75768658700}"/>
              </a:ext>
            </a:extLst>
          </p:cNvPr>
          <p:cNvSpPr/>
          <p:nvPr/>
        </p:nvSpPr>
        <p:spPr>
          <a:xfrm>
            <a:off x="0" y="853440"/>
            <a:ext cx="12192000" cy="6004560"/>
          </a:xfrm>
          <a:prstGeom prst="rect">
            <a:avLst/>
          </a:prstGeom>
          <a:solidFill>
            <a:srgbClr val="E4E5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8751D0-238E-B92E-C1F5-69C4B9575AA7}"/>
              </a:ext>
            </a:extLst>
          </p:cNvPr>
          <p:cNvSpPr/>
          <p:nvPr/>
        </p:nvSpPr>
        <p:spPr>
          <a:xfrm>
            <a:off x="9144000" y="121920"/>
            <a:ext cx="2946400" cy="599440"/>
          </a:xfrm>
          <a:prstGeom prst="rect">
            <a:avLst/>
          </a:prstGeom>
          <a:solidFill>
            <a:srgbClr val="7C8E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PT Serif Caption" panose="02060603050505020204" pitchFamily="18" charset="77"/>
              </a:rPr>
              <a:t>Applied Business Strategy Challenge – Day 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80BC1B-39BD-E4E2-B296-B7A56CF929CC}"/>
              </a:ext>
            </a:extLst>
          </p:cNvPr>
          <p:cNvSpPr txBox="1"/>
          <p:nvPr/>
        </p:nvSpPr>
        <p:spPr>
          <a:xfrm>
            <a:off x="660400" y="259695"/>
            <a:ext cx="5415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48CAB"/>
                </a:solidFill>
                <a:latin typeface="PT Serif Caption" panose="02060603050505020204" pitchFamily="18" charset="77"/>
              </a:rPr>
              <a:t>Feature Contribution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1A64F-F647-D678-EB74-100CA49BE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5EA05-5AAD-7946-A3BE-DCBEAB59764B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BBD866-C3A8-306B-5FCE-2CC10A2BE19E}"/>
              </a:ext>
            </a:extLst>
          </p:cNvPr>
          <p:cNvSpPr txBox="1"/>
          <p:nvPr/>
        </p:nvSpPr>
        <p:spPr>
          <a:xfrm>
            <a:off x="635000" y="5296495"/>
            <a:ext cx="1092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12B48"/>
                </a:solidFill>
                <a:latin typeface="PT Serif Caption" panose="02060603050505020204" pitchFamily="18" charset="77"/>
              </a:rPr>
              <a:t>Highlights which signals drive fraud probability.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12B48"/>
                </a:solidFill>
                <a:latin typeface="PT Serif Caption" panose="02060603050505020204" pitchFamily="18" charset="77"/>
              </a:rPr>
              <a:t>Enables compliance + model risk review.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12B48"/>
                </a:solidFill>
                <a:latin typeface="PT Serif Caption" panose="02060603050505020204" pitchFamily="18" charset="77"/>
              </a:rPr>
              <a:t>Supports explainability requirements.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5D704B-2C22-9D0F-9359-0DC5932A3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60" y="1019452"/>
            <a:ext cx="6281165" cy="3940306"/>
          </a:xfrm>
          <a:prstGeom prst="rect">
            <a:avLst/>
          </a:prstGeom>
          <a:ln w="38100">
            <a:solidFill>
              <a:srgbClr val="012B48"/>
            </a:solidFill>
          </a:ln>
        </p:spPr>
      </p:pic>
    </p:spTree>
    <p:extLst>
      <p:ext uri="{BB962C8B-B14F-4D97-AF65-F5344CB8AC3E}">
        <p14:creationId xmlns:p14="http://schemas.microsoft.com/office/powerpoint/2010/main" val="2466530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2CA85-9D89-E339-73ED-124A9935A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9A6B8-DC92-7319-9E7E-B88B0157444E}"/>
              </a:ext>
            </a:extLst>
          </p:cNvPr>
          <p:cNvSpPr/>
          <p:nvPr/>
        </p:nvSpPr>
        <p:spPr>
          <a:xfrm>
            <a:off x="0" y="853440"/>
            <a:ext cx="12192000" cy="6004560"/>
          </a:xfrm>
          <a:prstGeom prst="rect">
            <a:avLst/>
          </a:prstGeom>
          <a:solidFill>
            <a:srgbClr val="E4E5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AB8C98-5672-706C-4BE0-C2414A55B15D}"/>
              </a:ext>
            </a:extLst>
          </p:cNvPr>
          <p:cNvSpPr/>
          <p:nvPr/>
        </p:nvSpPr>
        <p:spPr>
          <a:xfrm>
            <a:off x="9144000" y="121920"/>
            <a:ext cx="2946400" cy="599440"/>
          </a:xfrm>
          <a:prstGeom prst="rect">
            <a:avLst/>
          </a:prstGeom>
          <a:solidFill>
            <a:srgbClr val="7C8E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PT Serif Caption" panose="02060603050505020204" pitchFamily="18" charset="77"/>
              </a:rPr>
              <a:t>Applied Business Strategy Challenge – Day 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E916EC-F51F-60E6-389E-40B4C09F3E94}"/>
              </a:ext>
            </a:extLst>
          </p:cNvPr>
          <p:cNvSpPr txBox="1"/>
          <p:nvPr/>
        </p:nvSpPr>
        <p:spPr>
          <a:xfrm>
            <a:off x="660400" y="259695"/>
            <a:ext cx="5415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48CAB"/>
                </a:solidFill>
                <a:latin typeface="PT Serif Caption" panose="02060603050505020204" pitchFamily="18" charset="77"/>
              </a:rPr>
              <a:t>Fraud Probability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51919-0C9E-957E-181E-DAA223430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5EA05-5AAD-7946-A3BE-DCBEAB59764B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D58081-3599-257D-1D57-4DB233197368}"/>
              </a:ext>
            </a:extLst>
          </p:cNvPr>
          <p:cNvSpPr txBox="1"/>
          <p:nvPr/>
        </p:nvSpPr>
        <p:spPr>
          <a:xfrm>
            <a:off x="635000" y="5125769"/>
            <a:ext cx="1092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12B48"/>
                </a:solidFill>
                <a:latin typeface="PT Serif Caption" panose="02060603050505020204" pitchFamily="18" charset="77"/>
              </a:rPr>
              <a:t>Shows whether fraud probabilities are reliable.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12B48"/>
                </a:solidFill>
                <a:latin typeface="PT Serif Caption" panose="02060603050505020204" pitchFamily="18" charset="77"/>
              </a:rPr>
              <a:t>Required for threshold tuning &amp; adaptive risk scoring.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12B48"/>
              </a:solidFill>
              <a:latin typeface="PT Serif Caption" panose="02060603050505020204" pitchFamily="18" charset="77"/>
            </a:endParaRPr>
          </a:p>
          <a:p>
            <a:r>
              <a:rPr lang="en-US" b="1" dirty="0">
                <a:solidFill>
                  <a:srgbClr val="012B48"/>
                </a:solidFill>
                <a:latin typeface="PT Serif Caption" panose="02060603050505020204" pitchFamily="18" charset="77"/>
              </a:rPr>
              <a:t>Why important:</a:t>
            </a:r>
            <a:br>
              <a:rPr lang="en-US" dirty="0">
                <a:solidFill>
                  <a:srgbClr val="012B48"/>
                </a:solidFill>
                <a:latin typeface="PT Serif Caption" panose="02060603050505020204" pitchFamily="18" charset="77"/>
              </a:rPr>
            </a:br>
            <a:r>
              <a:rPr lang="en-US" dirty="0">
                <a:solidFill>
                  <a:srgbClr val="012B48"/>
                </a:solidFill>
                <a:latin typeface="PT Serif Caption" panose="02060603050505020204" pitchFamily="18" charset="77"/>
              </a:rPr>
              <a:t>Banks must trust scoring probability for provisioning, Basel regulation, risk quantification.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12B48"/>
              </a:solidFill>
              <a:latin typeface="PT Serif Caption" panose="02060603050505020204" pitchFamily="18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7A5E93F-4A2E-A758-AFD4-EAA549910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60" y="1028314"/>
            <a:ext cx="5826760" cy="399428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26720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5CC52-B0BC-0119-8B71-F2E47DE94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92D3D14-B49E-00E3-9351-4BBB6D740A10}"/>
              </a:ext>
            </a:extLst>
          </p:cNvPr>
          <p:cNvSpPr/>
          <p:nvPr/>
        </p:nvSpPr>
        <p:spPr>
          <a:xfrm>
            <a:off x="0" y="853440"/>
            <a:ext cx="12192000" cy="6004560"/>
          </a:xfrm>
          <a:prstGeom prst="rect">
            <a:avLst/>
          </a:prstGeom>
          <a:solidFill>
            <a:srgbClr val="E4E5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35CC54-CB9C-AAC9-0536-BBA7E10A6F37}"/>
              </a:ext>
            </a:extLst>
          </p:cNvPr>
          <p:cNvSpPr/>
          <p:nvPr/>
        </p:nvSpPr>
        <p:spPr>
          <a:xfrm>
            <a:off x="9144000" y="121920"/>
            <a:ext cx="2946400" cy="599440"/>
          </a:xfrm>
          <a:prstGeom prst="rect">
            <a:avLst/>
          </a:prstGeom>
          <a:solidFill>
            <a:srgbClr val="7C8E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PT Serif Caption" panose="02060603050505020204" pitchFamily="18" charset="77"/>
              </a:rPr>
              <a:t>Applied Business Strategy Challenge – Day 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16079B-10A6-6A19-F198-94A577510E79}"/>
              </a:ext>
            </a:extLst>
          </p:cNvPr>
          <p:cNvSpPr txBox="1"/>
          <p:nvPr/>
        </p:nvSpPr>
        <p:spPr>
          <a:xfrm>
            <a:off x="660400" y="259695"/>
            <a:ext cx="6065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48CAB"/>
                </a:solidFill>
                <a:latin typeface="PT Serif Caption" panose="02060603050505020204" pitchFamily="18" charset="77"/>
              </a:rPr>
              <a:t>Fraud Detection Model Performance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607FF-1F46-4E6A-4FD9-0A3C2EA49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5EA05-5AAD-7946-A3BE-DCBEAB59764B}" type="slidenum">
              <a:rPr lang="en-US" smtClean="0"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FD30C9-5306-9D8C-1C87-E0B610AF63D4}"/>
              </a:ext>
            </a:extLst>
          </p:cNvPr>
          <p:cNvSpPr txBox="1"/>
          <p:nvPr/>
        </p:nvSpPr>
        <p:spPr>
          <a:xfrm>
            <a:off x="880962" y="4638040"/>
            <a:ext cx="65902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12B48"/>
                </a:solidFill>
                <a:latin typeface="PT Serif Caption" panose="02060603050505020204" pitchFamily="18" charset="77"/>
              </a:rPr>
              <a:t>Logistic Regression provided a fast, interpretable baseline.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12B48"/>
                </a:solidFill>
                <a:latin typeface="PT Serif Caption" panose="02060603050505020204" pitchFamily="18" charset="77"/>
              </a:rPr>
              <a:t>ROC curve shows strong separation.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12B48"/>
                </a:solidFill>
                <a:latin typeface="PT Serif Caption" panose="02060603050505020204" pitchFamily="18" charset="77"/>
              </a:rPr>
              <a:t>Precision-Recall curve highlights the rarity of positive cases, PR is more important than accuracy.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5AA84E-AD64-E106-AD66-6FA2F76C3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962" y="1401943"/>
            <a:ext cx="3135277" cy="2418354"/>
          </a:xfrm>
          <a:prstGeom prst="rect">
            <a:avLst/>
          </a:prstGeom>
          <a:ln w="38100">
            <a:solidFill>
              <a:srgbClr val="012B48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992A95-53B1-CE03-1DDC-AA8492B9DB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5913" y="1401943"/>
            <a:ext cx="3135277" cy="241835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A3F78F8-A7AE-334C-F094-3D50210BD215}"/>
              </a:ext>
            </a:extLst>
          </p:cNvPr>
          <p:cNvCxnSpPr>
            <a:cxnSpLocks/>
          </p:cNvCxnSpPr>
          <p:nvPr/>
        </p:nvCxnSpPr>
        <p:spPr>
          <a:xfrm>
            <a:off x="7934960" y="853440"/>
            <a:ext cx="0" cy="60045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8EDE78B-1334-09C3-9BDD-32F6314DF9FD}"/>
              </a:ext>
            </a:extLst>
          </p:cNvPr>
          <p:cNvSpPr/>
          <p:nvPr/>
        </p:nvSpPr>
        <p:spPr>
          <a:xfrm>
            <a:off x="8610600" y="1536563"/>
            <a:ext cx="2743197" cy="749437"/>
          </a:xfrm>
          <a:prstGeom prst="roundRect">
            <a:avLst/>
          </a:prstGeom>
          <a:solidFill>
            <a:srgbClr val="012B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4E5E8"/>
                </a:solidFill>
                <a:latin typeface="PT Serif Caption" panose="02060603050505020204" pitchFamily="18" charset="77"/>
              </a:rPr>
              <a:t>Accuracy: 99.92%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3147E6F-CF0B-89AE-03CD-148D0E7126BE}"/>
              </a:ext>
            </a:extLst>
          </p:cNvPr>
          <p:cNvSpPr/>
          <p:nvPr/>
        </p:nvSpPr>
        <p:spPr>
          <a:xfrm>
            <a:off x="8610600" y="3400923"/>
            <a:ext cx="2743197" cy="749437"/>
          </a:xfrm>
          <a:prstGeom prst="roundRect">
            <a:avLst/>
          </a:prstGeom>
          <a:solidFill>
            <a:srgbClr val="012B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4E5E8"/>
                </a:solidFill>
                <a:latin typeface="PT Serif Caption" panose="02060603050505020204" pitchFamily="18" charset="77"/>
              </a:rPr>
              <a:t>Precision: 92.30%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E8100AD-CE92-F778-4685-7E4E1586965B}"/>
              </a:ext>
            </a:extLst>
          </p:cNvPr>
          <p:cNvSpPr/>
          <p:nvPr/>
        </p:nvSpPr>
        <p:spPr>
          <a:xfrm>
            <a:off x="8610599" y="5265283"/>
            <a:ext cx="2779303" cy="749437"/>
          </a:xfrm>
          <a:prstGeom prst="roundRect">
            <a:avLst/>
          </a:prstGeom>
          <a:solidFill>
            <a:srgbClr val="012B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PT Serif Caption" panose="02060603050505020204" pitchFamily="18" charset="77"/>
              </a:rPr>
              <a:t>Recall: 82.35%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3DFC3BD-7473-6A60-566D-AE389388AC91}"/>
              </a:ext>
            </a:extLst>
          </p:cNvPr>
          <p:cNvCxnSpPr>
            <a:cxnSpLocks/>
          </p:cNvCxnSpPr>
          <p:nvPr/>
        </p:nvCxnSpPr>
        <p:spPr>
          <a:xfrm>
            <a:off x="0" y="4368800"/>
            <a:ext cx="79349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4992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E8000-AA54-13E8-AC56-6071F7AEA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95A5FF-B6DB-A744-A3C5-3A92DB45BB87}"/>
              </a:ext>
            </a:extLst>
          </p:cNvPr>
          <p:cNvSpPr/>
          <p:nvPr/>
        </p:nvSpPr>
        <p:spPr>
          <a:xfrm>
            <a:off x="0" y="853440"/>
            <a:ext cx="12192000" cy="6004560"/>
          </a:xfrm>
          <a:prstGeom prst="rect">
            <a:avLst/>
          </a:prstGeom>
          <a:solidFill>
            <a:srgbClr val="E4E5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•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AD9D4B-9DBD-A706-9797-2CC27C983177}"/>
              </a:ext>
            </a:extLst>
          </p:cNvPr>
          <p:cNvSpPr/>
          <p:nvPr/>
        </p:nvSpPr>
        <p:spPr>
          <a:xfrm>
            <a:off x="9144000" y="121920"/>
            <a:ext cx="2946400" cy="599440"/>
          </a:xfrm>
          <a:prstGeom prst="rect">
            <a:avLst/>
          </a:prstGeom>
          <a:solidFill>
            <a:srgbClr val="7C8E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PT Serif Caption" panose="02060603050505020204" pitchFamily="18" charset="77"/>
              </a:rPr>
              <a:t>Applied Business Strategy Challenge – Day 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7D6DBF-99A2-F39A-9551-49F0D6599E69}"/>
              </a:ext>
            </a:extLst>
          </p:cNvPr>
          <p:cNvSpPr txBox="1"/>
          <p:nvPr/>
        </p:nvSpPr>
        <p:spPr>
          <a:xfrm>
            <a:off x="660400" y="259695"/>
            <a:ext cx="5415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48CAB"/>
                </a:solidFill>
                <a:latin typeface="PT Serif Caption" panose="02060603050505020204" pitchFamily="18" charset="77"/>
              </a:rPr>
              <a:t>Business Interpretation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3E101-0702-BCF9-4B49-BF1C7C032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5EA05-5AAD-7946-A3BE-DCBEAB59764B}" type="slidenum">
              <a:rPr lang="en-US" smtClean="0"/>
              <a:t>9</a:t>
            </a:fld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25D5D1D-EFAC-0FBA-1CEA-102F903BD1D9}"/>
              </a:ext>
            </a:extLst>
          </p:cNvPr>
          <p:cNvSpPr/>
          <p:nvPr/>
        </p:nvSpPr>
        <p:spPr>
          <a:xfrm>
            <a:off x="508000" y="2026920"/>
            <a:ext cx="3606800" cy="3657600"/>
          </a:xfrm>
          <a:prstGeom prst="roundRect">
            <a:avLst/>
          </a:prstGeom>
          <a:solidFill>
            <a:srgbClr val="012B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C095FC6-5EE8-D2B3-7CC0-987F04EBFE20}"/>
              </a:ext>
            </a:extLst>
          </p:cNvPr>
          <p:cNvSpPr/>
          <p:nvPr/>
        </p:nvSpPr>
        <p:spPr>
          <a:xfrm>
            <a:off x="4292600" y="2026920"/>
            <a:ext cx="3606800" cy="3657600"/>
          </a:xfrm>
          <a:prstGeom prst="roundRect">
            <a:avLst/>
          </a:prstGeom>
          <a:solidFill>
            <a:srgbClr val="012B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329B03F-2632-5320-626C-F925E29E9282}"/>
              </a:ext>
            </a:extLst>
          </p:cNvPr>
          <p:cNvSpPr/>
          <p:nvPr/>
        </p:nvSpPr>
        <p:spPr>
          <a:xfrm>
            <a:off x="8077200" y="2026920"/>
            <a:ext cx="3606800" cy="3657600"/>
          </a:xfrm>
          <a:prstGeom prst="roundRect">
            <a:avLst/>
          </a:prstGeom>
          <a:solidFill>
            <a:srgbClr val="012B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397A66-E5BD-08C0-0E4E-2E28A2ADAC57}"/>
              </a:ext>
            </a:extLst>
          </p:cNvPr>
          <p:cNvSpPr txBox="1"/>
          <p:nvPr/>
        </p:nvSpPr>
        <p:spPr>
          <a:xfrm>
            <a:off x="508000" y="3544045"/>
            <a:ext cx="36068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E4E5E8"/>
                </a:solidFill>
                <a:latin typeface="PT Serif Caption" panose="02060603050505020204" pitchFamily="18" charset="77"/>
              </a:rPr>
              <a:t>Fraud occurs across many PCA patterns; not isolated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E4E5E8"/>
                </a:solidFill>
                <a:latin typeface="PT Serif Caption" panose="02060603050505020204" pitchFamily="18" charset="77"/>
              </a:rPr>
              <a:t>Fraud does not concentrate in time-of-day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E4E5E8"/>
                </a:solidFill>
                <a:latin typeface="PT Serif Caption" panose="02060603050505020204" pitchFamily="18" charset="77"/>
              </a:rPr>
              <a:t>Fraud tends to appear in clusters detectable only by ML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932FE5-AEFB-5106-4181-C721BF4863C4}"/>
              </a:ext>
            </a:extLst>
          </p:cNvPr>
          <p:cNvSpPr txBox="1"/>
          <p:nvPr/>
        </p:nvSpPr>
        <p:spPr>
          <a:xfrm>
            <a:off x="767080" y="2636838"/>
            <a:ext cx="3088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E4E5E8"/>
                </a:solidFill>
                <a:latin typeface="PT Serif Caption" panose="02060603050505020204" pitchFamily="18" charset="77"/>
              </a:rPr>
              <a:t>Fraud Behavior Observed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1FDF3D-7EC3-5695-862D-3AA858607D83}"/>
              </a:ext>
            </a:extLst>
          </p:cNvPr>
          <p:cNvSpPr txBox="1"/>
          <p:nvPr/>
        </p:nvSpPr>
        <p:spPr>
          <a:xfrm>
            <a:off x="5048885" y="2636838"/>
            <a:ext cx="20535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E4E5E8"/>
                </a:solidFill>
                <a:latin typeface="PT Serif Caption" panose="02060603050505020204" pitchFamily="18" charset="77"/>
              </a:rPr>
              <a:t>Revenue Impact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8B98E9-1945-8A03-7D85-C48028DCCB33}"/>
              </a:ext>
            </a:extLst>
          </p:cNvPr>
          <p:cNvSpPr txBox="1"/>
          <p:nvPr/>
        </p:nvSpPr>
        <p:spPr>
          <a:xfrm>
            <a:off x="8780780" y="2642672"/>
            <a:ext cx="2199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E4E5E8"/>
                </a:solidFill>
                <a:latin typeface="PT Serif Caption" panose="02060603050505020204" pitchFamily="18" charset="77"/>
              </a:rPr>
              <a:t>Operational Risk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189B55-7AE0-0252-F1BC-858F6211D1DC}"/>
              </a:ext>
            </a:extLst>
          </p:cNvPr>
          <p:cNvSpPr txBox="1"/>
          <p:nvPr/>
        </p:nvSpPr>
        <p:spPr>
          <a:xfrm>
            <a:off x="4292600" y="3544045"/>
            <a:ext cx="3606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E4E5E8"/>
                </a:solidFill>
                <a:latin typeface="PT Serif Caption" panose="02060603050505020204" pitchFamily="18" charset="77"/>
              </a:rPr>
              <a:t>Every undetected fraud creates write-offs and higher credit loss provisions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5F839C-F89D-4108-8E77-C40CCBEE12D9}"/>
              </a:ext>
            </a:extLst>
          </p:cNvPr>
          <p:cNvSpPr txBox="1"/>
          <p:nvPr/>
        </p:nvSpPr>
        <p:spPr>
          <a:xfrm>
            <a:off x="8077200" y="3544045"/>
            <a:ext cx="35814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E4E5E8"/>
                </a:solidFill>
                <a:latin typeface="PT Serif Caption" panose="02060603050505020204" pitchFamily="18" charset="77"/>
              </a:rPr>
              <a:t>Low precision → false positives disrupt customers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E4E5E8"/>
                </a:solidFill>
                <a:latin typeface="PT Serif Caption" panose="02060603050505020204" pitchFamily="18" charset="77"/>
              </a:rPr>
              <a:t>Balanced model reduces support tickets and churn</a:t>
            </a:r>
          </a:p>
        </p:txBody>
      </p:sp>
    </p:spTree>
    <p:extLst>
      <p:ext uri="{BB962C8B-B14F-4D97-AF65-F5344CB8AC3E}">
        <p14:creationId xmlns:p14="http://schemas.microsoft.com/office/powerpoint/2010/main" val="951883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9111F-B31D-7FC2-EC8D-5ABA2D3AC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24C28B-BC26-FD5F-4442-E1CD462E550E}"/>
              </a:ext>
            </a:extLst>
          </p:cNvPr>
          <p:cNvSpPr/>
          <p:nvPr/>
        </p:nvSpPr>
        <p:spPr>
          <a:xfrm>
            <a:off x="0" y="853440"/>
            <a:ext cx="12192000" cy="6004560"/>
          </a:xfrm>
          <a:prstGeom prst="rect">
            <a:avLst/>
          </a:prstGeom>
          <a:solidFill>
            <a:srgbClr val="E4E5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PT Serif Caption" panose="02060603050505020204" pitchFamily="18" charset="77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6E1E2F-D818-7CA7-0F92-E21045E56771}"/>
              </a:ext>
            </a:extLst>
          </p:cNvPr>
          <p:cNvSpPr/>
          <p:nvPr/>
        </p:nvSpPr>
        <p:spPr>
          <a:xfrm>
            <a:off x="9144000" y="121920"/>
            <a:ext cx="2946400" cy="599440"/>
          </a:xfrm>
          <a:prstGeom prst="rect">
            <a:avLst/>
          </a:prstGeom>
          <a:solidFill>
            <a:srgbClr val="7C8E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PT Serif Caption" panose="02060603050505020204" pitchFamily="18" charset="77"/>
              </a:rPr>
              <a:t>Applied Business Strategy Challenge – Day 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695059-1EEA-51F9-BC90-C1BD41B58E9E}"/>
              </a:ext>
            </a:extLst>
          </p:cNvPr>
          <p:cNvSpPr txBox="1"/>
          <p:nvPr/>
        </p:nvSpPr>
        <p:spPr>
          <a:xfrm>
            <a:off x="660400" y="259695"/>
            <a:ext cx="848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48CAB"/>
                </a:solidFill>
                <a:latin typeface="PT Serif Caption" panose="02060603050505020204" pitchFamily="18" charset="77"/>
              </a:rPr>
              <a:t>How a Program Manager Uses These Insights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48781-D5AA-5083-C6A6-A32E2A91B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5EA05-5AAD-7946-A3BE-DCBEAB59764B}" type="slidenum">
              <a:rPr lang="en-US" smtClean="0"/>
              <a:t>10</a:t>
            </a:fld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37ACB70-9AAD-537D-3E91-CCE51A5C2942}"/>
              </a:ext>
            </a:extLst>
          </p:cNvPr>
          <p:cNvSpPr/>
          <p:nvPr/>
        </p:nvSpPr>
        <p:spPr>
          <a:xfrm>
            <a:off x="675640" y="2322195"/>
            <a:ext cx="3281680" cy="2570480"/>
          </a:xfrm>
          <a:prstGeom prst="roundRect">
            <a:avLst/>
          </a:prstGeom>
          <a:solidFill>
            <a:srgbClr val="7C8EA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PT Serif Caption" panose="02060603050505020204" pitchFamily="18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CB6722C-2AE1-DFFB-832A-332927DB41DD}"/>
              </a:ext>
            </a:extLst>
          </p:cNvPr>
          <p:cNvSpPr/>
          <p:nvPr/>
        </p:nvSpPr>
        <p:spPr>
          <a:xfrm>
            <a:off x="8234680" y="2317115"/>
            <a:ext cx="3281680" cy="2570480"/>
          </a:xfrm>
          <a:prstGeom prst="roundRect">
            <a:avLst/>
          </a:prstGeom>
          <a:solidFill>
            <a:srgbClr val="7C8EA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PT Serif Caption" panose="02060603050505020204" pitchFamily="18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FF3B7E6-BD44-9BBD-CE82-7C880559932E}"/>
              </a:ext>
            </a:extLst>
          </p:cNvPr>
          <p:cNvSpPr/>
          <p:nvPr/>
        </p:nvSpPr>
        <p:spPr>
          <a:xfrm>
            <a:off x="4470400" y="2342515"/>
            <a:ext cx="3281680" cy="2550160"/>
          </a:xfrm>
          <a:prstGeom prst="roundRect">
            <a:avLst/>
          </a:prstGeom>
          <a:solidFill>
            <a:srgbClr val="7C8EA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PT Serif Caption" panose="02060603050505020204" pitchFamily="18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0BB2D5-C2AF-A7EB-6F19-13D223A83E1A}"/>
              </a:ext>
            </a:extLst>
          </p:cNvPr>
          <p:cNvSpPr txBox="1"/>
          <p:nvPr/>
        </p:nvSpPr>
        <p:spPr>
          <a:xfrm>
            <a:off x="660400" y="2566035"/>
            <a:ext cx="3296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12B48"/>
                </a:solidFill>
                <a:latin typeface="PT Serif Caption" panose="02060603050505020204" pitchFamily="18" charset="77"/>
              </a:rPr>
              <a:t>Risk Alignment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221188-4EF0-E76B-0965-55C13CBC7B7B}"/>
              </a:ext>
            </a:extLst>
          </p:cNvPr>
          <p:cNvSpPr txBox="1"/>
          <p:nvPr/>
        </p:nvSpPr>
        <p:spPr>
          <a:xfrm>
            <a:off x="4455160" y="2566035"/>
            <a:ext cx="32969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12B48"/>
                </a:solidFill>
                <a:latin typeface="PT Serif Caption" panose="02060603050505020204" pitchFamily="18" charset="77"/>
              </a:rPr>
              <a:t>Monitoring &amp;</a:t>
            </a:r>
          </a:p>
          <a:p>
            <a:pPr algn="ctr"/>
            <a:r>
              <a:rPr lang="en-US" sz="2000" dirty="0">
                <a:solidFill>
                  <a:srgbClr val="012B48"/>
                </a:solidFill>
                <a:latin typeface="PT Serif Caption" panose="02060603050505020204" pitchFamily="18" charset="77"/>
              </a:rPr>
              <a:t>Governance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2CBC96-F641-91DE-51DE-44D19E046374}"/>
              </a:ext>
            </a:extLst>
          </p:cNvPr>
          <p:cNvSpPr txBox="1"/>
          <p:nvPr/>
        </p:nvSpPr>
        <p:spPr>
          <a:xfrm>
            <a:off x="8265160" y="2566035"/>
            <a:ext cx="325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12B48"/>
                </a:solidFill>
                <a:latin typeface="PT Serif Caption" panose="02060603050505020204" pitchFamily="18" charset="77"/>
              </a:rPr>
              <a:t>Customer Protection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FEB306-F1F6-C2F0-9A33-D9FD44DA7C18}"/>
              </a:ext>
            </a:extLst>
          </p:cNvPr>
          <p:cNvSpPr txBox="1"/>
          <p:nvPr/>
        </p:nvSpPr>
        <p:spPr>
          <a:xfrm>
            <a:off x="4455160" y="3497441"/>
            <a:ext cx="3281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PT Serif Caption" panose="02060603050505020204" pitchFamily="18" charset="77"/>
              </a:rPr>
              <a:t>Track precision-recall drift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PT Serif Caption" panose="02060603050505020204" pitchFamily="18" charset="77"/>
              </a:rPr>
              <a:t>Build production dashboards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A4BC60-2245-25BA-9B25-C7249D683C7F}"/>
              </a:ext>
            </a:extLst>
          </p:cNvPr>
          <p:cNvSpPr txBox="1"/>
          <p:nvPr/>
        </p:nvSpPr>
        <p:spPr>
          <a:xfrm>
            <a:off x="8249920" y="3497441"/>
            <a:ext cx="304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PT Serif Caption" panose="02060603050505020204" pitchFamily="18" charset="77"/>
              </a:rPr>
              <a:t>Reduce false positives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PT Serif Caption" panose="02060603050505020204" pitchFamily="18" charset="77"/>
              </a:rPr>
              <a:t>Define escalation workflows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368708-B51E-34E9-9B62-3C1DEAB28BD2}"/>
              </a:ext>
            </a:extLst>
          </p:cNvPr>
          <p:cNvSpPr txBox="1"/>
          <p:nvPr/>
        </p:nvSpPr>
        <p:spPr>
          <a:xfrm>
            <a:off x="675640" y="3497441"/>
            <a:ext cx="32816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PT Serif Caption" panose="02060603050505020204" pitchFamily="18" charset="77"/>
              </a:rPr>
              <a:t>Align stakeholders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PT Serif Caption" panose="02060603050505020204" pitchFamily="18" charset="77"/>
              </a:rPr>
              <a:t>Define fraud SLA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PT Serif Caption" panose="02060603050505020204" pitchFamily="18" charset="77"/>
              </a:rPr>
              <a:t>Partner with model risk teams</a:t>
            </a:r>
          </a:p>
        </p:txBody>
      </p:sp>
    </p:spTree>
    <p:extLst>
      <p:ext uri="{BB962C8B-B14F-4D97-AF65-F5344CB8AC3E}">
        <p14:creationId xmlns:p14="http://schemas.microsoft.com/office/powerpoint/2010/main" val="3405193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3977C-7A1C-8CF4-A184-ECF9FEA56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1890D15-6AB7-5742-2C36-401065F50562}"/>
              </a:ext>
            </a:extLst>
          </p:cNvPr>
          <p:cNvSpPr/>
          <p:nvPr/>
        </p:nvSpPr>
        <p:spPr>
          <a:xfrm>
            <a:off x="0" y="853440"/>
            <a:ext cx="12192000" cy="6004560"/>
          </a:xfrm>
          <a:prstGeom prst="rect">
            <a:avLst/>
          </a:prstGeom>
          <a:solidFill>
            <a:srgbClr val="E4E5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6DEEED-EAFE-516C-FA29-5498392B6C06}"/>
              </a:ext>
            </a:extLst>
          </p:cNvPr>
          <p:cNvSpPr/>
          <p:nvPr/>
        </p:nvSpPr>
        <p:spPr>
          <a:xfrm>
            <a:off x="9144000" y="121920"/>
            <a:ext cx="2946400" cy="599440"/>
          </a:xfrm>
          <a:prstGeom prst="rect">
            <a:avLst/>
          </a:prstGeom>
          <a:solidFill>
            <a:srgbClr val="7C8E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PT Serif Caption" panose="02060603050505020204" pitchFamily="18" charset="77"/>
              </a:rPr>
              <a:t>Applied Business Strategy Challenge – Day 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653237-8E10-2444-42A5-C297EFD03214}"/>
              </a:ext>
            </a:extLst>
          </p:cNvPr>
          <p:cNvSpPr txBox="1"/>
          <p:nvPr/>
        </p:nvSpPr>
        <p:spPr>
          <a:xfrm>
            <a:off x="660400" y="259695"/>
            <a:ext cx="817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48CAB"/>
                </a:solidFill>
                <a:latin typeface="PT Serif Caption" panose="02060603050505020204" pitchFamily="18" charset="77"/>
              </a:rPr>
              <a:t>Strategic Recommendations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6CCFF9-13A1-0A00-BBE4-2822DAD24962}"/>
              </a:ext>
            </a:extLst>
          </p:cNvPr>
          <p:cNvSpPr txBox="1"/>
          <p:nvPr/>
        </p:nvSpPr>
        <p:spPr>
          <a:xfrm>
            <a:off x="660400" y="2035235"/>
            <a:ext cx="754888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rgbClr val="012B48"/>
                </a:solidFill>
                <a:latin typeface="PT Serif Caption" panose="02060603050505020204" pitchFamily="18" charset="77"/>
              </a:rPr>
              <a:t>Deploy ML-based fraud scoring in real-time</a:t>
            </a:r>
          </a:p>
          <a:p>
            <a:r>
              <a:rPr lang="en-US" dirty="0">
                <a:solidFill>
                  <a:srgbClr val="012B48"/>
                </a:solidFill>
                <a:latin typeface="PT Serif Caption" panose="02060603050505020204" pitchFamily="18" charset="77"/>
              </a:rPr>
              <a:t>Add fraud probability to every transaction event stream.</a:t>
            </a:r>
          </a:p>
          <a:p>
            <a:endParaRPr lang="en-US" dirty="0">
              <a:solidFill>
                <a:srgbClr val="012B48"/>
              </a:solidFill>
              <a:latin typeface="PT Serif Caption" panose="02060603050505020204" pitchFamily="18" charset="77"/>
            </a:endParaRPr>
          </a:p>
          <a:p>
            <a:r>
              <a:rPr lang="en-US" b="1" dirty="0">
                <a:solidFill>
                  <a:srgbClr val="012B48"/>
                </a:solidFill>
                <a:latin typeface="PT Serif Caption" panose="02060603050505020204" pitchFamily="18" charset="77"/>
              </a:rPr>
              <a:t>2.   Introduce adaptive thresholds</a:t>
            </a:r>
          </a:p>
          <a:p>
            <a:r>
              <a:rPr lang="en-US" dirty="0">
                <a:solidFill>
                  <a:srgbClr val="012B48"/>
                </a:solidFill>
                <a:latin typeface="PT Serif Caption" panose="02060603050505020204" pitchFamily="18" charset="77"/>
              </a:rPr>
              <a:t>Adjust based on volume spikes, time of day, and risk signals.</a:t>
            </a:r>
          </a:p>
          <a:p>
            <a:endParaRPr lang="en-US" dirty="0">
              <a:solidFill>
                <a:srgbClr val="012B48"/>
              </a:solidFill>
              <a:latin typeface="PT Serif Caption" panose="02060603050505020204" pitchFamily="18" charset="77"/>
            </a:endParaRPr>
          </a:p>
          <a:p>
            <a:r>
              <a:rPr lang="en-US" b="1" dirty="0">
                <a:solidFill>
                  <a:srgbClr val="012B48"/>
                </a:solidFill>
                <a:latin typeface="PT Serif Caption" panose="02060603050505020204" pitchFamily="18" charset="77"/>
              </a:rPr>
              <a:t>3.   Expand feature engineering</a:t>
            </a:r>
          </a:p>
          <a:p>
            <a:r>
              <a:rPr lang="en-US" dirty="0">
                <a:solidFill>
                  <a:srgbClr val="012B48"/>
                </a:solidFill>
                <a:latin typeface="PT Serif Caption" panose="02060603050505020204" pitchFamily="18" charset="77"/>
              </a:rPr>
              <a:t>Add merchant category, device fingerprint, geo-location signals.</a:t>
            </a:r>
          </a:p>
          <a:p>
            <a:endParaRPr lang="en-US" dirty="0">
              <a:solidFill>
                <a:srgbClr val="012B48"/>
              </a:solidFill>
              <a:latin typeface="PT Serif Caption" panose="02060603050505020204" pitchFamily="18" charset="77"/>
            </a:endParaRPr>
          </a:p>
          <a:p>
            <a:r>
              <a:rPr lang="en-US" b="1" dirty="0">
                <a:solidFill>
                  <a:srgbClr val="012B48"/>
                </a:solidFill>
                <a:latin typeface="PT Serif Caption" panose="02060603050505020204" pitchFamily="18" charset="77"/>
              </a:rPr>
              <a:t>4.   Build human-in-the-loop fraud review</a:t>
            </a:r>
          </a:p>
          <a:p>
            <a:r>
              <a:rPr lang="en-US" dirty="0">
                <a:solidFill>
                  <a:srgbClr val="012B48"/>
                </a:solidFill>
                <a:latin typeface="PT Serif Caption" panose="02060603050505020204" pitchFamily="18" charset="77"/>
              </a:rPr>
              <a:t>Escalate borderline transactions to risk specialists.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A68EE-6FEF-94A5-0338-D5C426D59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5EA05-5AAD-7946-A3BE-DCBEAB59764B}" type="slidenum">
              <a:rPr lang="en-US" smtClean="0"/>
              <a:t>11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E608170-8AEA-E6DA-2300-384241924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3516" y="2035234"/>
            <a:ext cx="3510503" cy="313932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60991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AFDDA-6279-7A42-C223-3425F5AFF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2B1C688-2CF2-94C7-FF77-BAD143E61E61}"/>
              </a:ext>
            </a:extLst>
          </p:cNvPr>
          <p:cNvSpPr/>
          <p:nvPr/>
        </p:nvSpPr>
        <p:spPr>
          <a:xfrm>
            <a:off x="0" y="853440"/>
            <a:ext cx="12192000" cy="6004560"/>
          </a:xfrm>
          <a:prstGeom prst="rect">
            <a:avLst/>
          </a:prstGeom>
          <a:solidFill>
            <a:srgbClr val="E4E5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E65B8A-69CA-3036-5939-B736275E905A}"/>
              </a:ext>
            </a:extLst>
          </p:cNvPr>
          <p:cNvSpPr/>
          <p:nvPr/>
        </p:nvSpPr>
        <p:spPr>
          <a:xfrm>
            <a:off x="9144000" y="121920"/>
            <a:ext cx="2946400" cy="599440"/>
          </a:xfrm>
          <a:prstGeom prst="rect">
            <a:avLst/>
          </a:prstGeom>
          <a:solidFill>
            <a:srgbClr val="7C8E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PT Serif Caption" panose="02060603050505020204" pitchFamily="18" charset="77"/>
              </a:rPr>
              <a:t>Applied Business Strategy Challenge – Day 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E6F8AD-B614-0105-9F46-6BDB7AFC2E01}"/>
              </a:ext>
            </a:extLst>
          </p:cNvPr>
          <p:cNvSpPr txBox="1"/>
          <p:nvPr/>
        </p:nvSpPr>
        <p:spPr>
          <a:xfrm>
            <a:off x="660400" y="259695"/>
            <a:ext cx="5415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48CAB"/>
                </a:solidFill>
                <a:latin typeface="PT Serif Caption" panose="02060603050505020204" pitchFamily="18" charset="77"/>
              </a:rPr>
              <a:t>Final Summary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EA8F8F-DD75-8C6C-16E4-9B2AC3492FC2}"/>
              </a:ext>
            </a:extLst>
          </p:cNvPr>
          <p:cNvSpPr txBox="1"/>
          <p:nvPr/>
        </p:nvSpPr>
        <p:spPr>
          <a:xfrm>
            <a:off x="660400" y="2147560"/>
            <a:ext cx="99974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12B48"/>
                </a:solidFill>
                <a:latin typeface="PT Serif Caption" panose="02060603050505020204" pitchFamily="18" charset="77"/>
              </a:rPr>
              <a:t>This project demonstrates how machine learning can reduce fraud losses, strengthen risk management, and protect revenue at scale.</a:t>
            </a:r>
          </a:p>
          <a:p>
            <a:endParaRPr lang="en-US" dirty="0">
              <a:solidFill>
                <a:srgbClr val="012B48"/>
              </a:solidFill>
              <a:latin typeface="PT Serif Caption" panose="02060603050505020204" pitchFamily="18" charset="77"/>
            </a:endParaRPr>
          </a:p>
          <a:p>
            <a:r>
              <a:rPr lang="en-US" dirty="0">
                <a:solidFill>
                  <a:srgbClr val="012B48"/>
                </a:solidFill>
                <a:latin typeface="PT Serif Caption" panose="02060603050505020204" pitchFamily="18" charset="77"/>
              </a:rPr>
              <a:t>The analysis provides:</a:t>
            </a:r>
          </a:p>
          <a:p>
            <a:endParaRPr lang="en-US" dirty="0">
              <a:solidFill>
                <a:srgbClr val="012B48"/>
              </a:solidFill>
              <a:latin typeface="PT Serif Caption" panose="02060603050505020204" pitchFamily="18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12B48"/>
                </a:solidFill>
                <a:latin typeface="PT Serif Caption" panose="02060603050505020204" pitchFamily="18" charset="77"/>
              </a:rPr>
              <a:t>Early detection signals.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12B48"/>
              </a:solidFill>
              <a:latin typeface="PT Serif Caption" panose="02060603050505020204" pitchFamily="18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12B48"/>
                </a:solidFill>
                <a:latin typeface="PT Serif Caption" panose="02060603050505020204" pitchFamily="18" charset="77"/>
              </a:rPr>
              <a:t>Actionable risk insights.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12B48"/>
              </a:solidFill>
              <a:latin typeface="PT Serif Caption" panose="02060603050505020204" pitchFamily="18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12B48"/>
                </a:solidFill>
                <a:latin typeface="PT Serif Caption" panose="02060603050505020204" pitchFamily="18" charset="77"/>
              </a:rPr>
              <a:t>PM-level prioritization for mitigation.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12B48"/>
              </a:solidFill>
              <a:latin typeface="PT Serif Caption" panose="02060603050505020204" pitchFamily="18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12B48"/>
                </a:solidFill>
                <a:latin typeface="PT Serif Caption" panose="02060603050505020204" pitchFamily="18" charset="77"/>
              </a:rPr>
              <a:t>Clear next steps toward deployment.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2B39B-8849-CB93-CBF6-70ED459B7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5EA05-5AAD-7946-A3BE-DCBEAB59764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294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97093-EFBB-3EFA-C489-8624FEAEC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5913152-46BE-F133-A572-3DE6FF7A387C}"/>
              </a:ext>
            </a:extLst>
          </p:cNvPr>
          <p:cNvSpPr/>
          <p:nvPr/>
        </p:nvSpPr>
        <p:spPr>
          <a:xfrm>
            <a:off x="0" y="853440"/>
            <a:ext cx="12192000" cy="6004560"/>
          </a:xfrm>
          <a:prstGeom prst="rect">
            <a:avLst/>
          </a:prstGeom>
          <a:solidFill>
            <a:srgbClr val="012B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C75FA7-F48B-0B54-C98B-AA923825EEE9}"/>
              </a:ext>
            </a:extLst>
          </p:cNvPr>
          <p:cNvSpPr/>
          <p:nvPr/>
        </p:nvSpPr>
        <p:spPr>
          <a:xfrm>
            <a:off x="0" y="833120"/>
            <a:ext cx="6096000" cy="3820160"/>
          </a:xfrm>
          <a:prstGeom prst="rect">
            <a:avLst/>
          </a:prstGeom>
          <a:solidFill>
            <a:srgbClr val="748C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CB1A36-683F-0BF5-0567-D62292E7E13F}"/>
              </a:ext>
            </a:extLst>
          </p:cNvPr>
          <p:cNvSpPr/>
          <p:nvPr/>
        </p:nvSpPr>
        <p:spPr>
          <a:xfrm>
            <a:off x="6096000" y="833120"/>
            <a:ext cx="6096000" cy="3820160"/>
          </a:xfrm>
          <a:prstGeom prst="rect">
            <a:avLst/>
          </a:prstGeom>
          <a:solidFill>
            <a:srgbClr val="AFBC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A7D7E1-AD61-E75D-8684-D12884A57337}"/>
              </a:ext>
            </a:extLst>
          </p:cNvPr>
          <p:cNvSpPr/>
          <p:nvPr/>
        </p:nvSpPr>
        <p:spPr>
          <a:xfrm>
            <a:off x="9144000" y="121920"/>
            <a:ext cx="2946400" cy="599440"/>
          </a:xfrm>
          <a:prstGeom prst="rect">
            <a:avLst/>
          </a:prstGeom>
          <a:solidFill>
            <a:srgbClr val="7C8E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PT Serif Caption" panose="02060603050505020204" pitchFamily="18" charset="77"/>
              </a:rPr>
              <a:t>Applied Business Strategy Challenge – Day 4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194092F-8E9E-E097-D7F8-B44F85EC2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5EA05-5AAD-7946-A3BE-DCBEAB59764B}" type="slidenum">
              <a:rPr lang="en-US" smtClean="0"/>
              <a:t>13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A23362-F4FD-FBC4-8B00-062DC1757925}"/>
              </a:ext>
            </a:extLst>
          </p:cNvPr>
          <p:cNvSpPr txBox="1"/>
          <p:nvPr/>
        </p:nvSpPr>
        <p:spPr>
          <a:xfrm>
            <a:off x="4287520" y="2641600"/>
            <a:ext cx="3190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012B48"/>
                </a:solidFill>
                <a:latin typeface="PT Serif Caption" panose="02060603050505020204" pitchFamily="18" charset="77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929295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683</Words>
  <Application>Microsoft Macintosh PowerPoint</Application>
  <PresentationFormat>Widescreen</PresentationFormat>
  <Paragraphs>134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PT Serif Caption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Vashisht, Eva</dc:creator>
  <cp:lastModifiedBy>Vashisht, Eva</cp:lastModifiedBy>
  <cp:revision>1</cp:revision>
  <dcterms:created xsi:type="dcterms:W3CDTF">2025-12-04T04:44:54Z</dcterms:created>
  <dcterms:modified xsi:type="dcterms:W3CDTF">2025-12-04T09:54:39Z</dcterms:modified>
</cp:coreProperties>
</file>